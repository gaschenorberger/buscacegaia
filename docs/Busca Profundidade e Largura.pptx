
<file path=[Content_Types].xml><?xml version="1.0" encoding="utf-8"?>
<Types xmlns="http://schemas.openxmlformats.org/package/2006/content-types"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17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sldSz cx="12192000" cy="6858000"/>
  <p:notesSz cx="6858000" cy="9144000"/>
  <p:defaultTextStyle>
    <a:defPPr>
      <a:defRPr lang="pt-B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213038"/>
    <a:srgbClr val="00B050"/>
    <a:srgbClr val="DFE4E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90" d="100"/>
          <a:sy n="90" d="100"/>
        </p:scale>
        <p:origin x="370" y="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_rels/chart2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3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1"/>
  <c:lang val="pt-BR"/>
  <c:roundedCorners val="1"/>
  <c:style val="2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v>Tempo médio (ms)</c:v>
          </c:tx>
          <c:spPr>
            <a:solidFill>
              <a:srgbClr val="14796F"/>
            </a:solidFill>
          </c:spPr>
          <c:invertIfNegative val="1"/>
          <c:dPt>
            <c:idx val="0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1-DC56-4DCA-866D-3BCF759C96AD}"/>
              </c:ext>
            </c:extLst>
          </c:dPt>
          <c:dPt>
            <c:idx val="1"/>
            <c:invertIfNegative val="0"/>
            <c:bubble3D val="0"/>
            <c:spPr>
              <a:solidFill>
                <a:srgbClr val="C97343"/>
              </a:solidFill>
            </c:spPr>
            <c:extLst>
              <c:ext xmlns:c16="http://schemas.microsoft.com/office/drawing/2014/chart" uri="{C3380CC4-5D6E-409C-BE32-E72D297353CC}">
                <c16:uniqueId val="{00000003-DC56-4DCA-866D-3BCF759C96AD}"/>
              </c:ext>
            </c:extLst>
          </c:dPt>
          <c:dLbls>
            <c:spPr>
              <a:noFill/>
              <a:ln>
                <a:noFill/>
              </a:ln>
              <a:effectLst/>
            </c:spPr>
            <c:txPr>
              <a:bodyPr anchorCtr="1"/>
              <a:lstStyle/>
              <a:p>
                <a:pPr>
                  <a:defRPr sz="1200" b="1">
                    <a:solidFill>
                      <a:srgbClr val="17242B"/>
                    </a:solidFill>
                    <a:latin typeface="Arial"/>
                    <a:ea typeface="Arial"/>
                    <a:cs typeface="Arial"/>
                  </a:defRPr>
                </a:pPr>
                <a:endParaRPr lang="pt-BR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'Chart Data'!$A$2:$A$3</c:f>
              <c:strCache>
                <c:ptCount val="2"/>
                <c:pt idx="0">
                  <c:v>DFS</c:v>
                </c:pt>
                <c:pt idx="1">
                  <c:v>BFS</c:v>
                </c:pt>
              </c:strCache>
            </c:strRef>
          </c:cat>
          <c:val>
            <c:numRef>
              <c:f>'Chart Data'!$B$2:$B$3</c:f>
              <c:numCache>
                <c:formatCode>0.#########</c:formatCode>
                <c:ptCount val="2"/>
                <c:pt idx="0">
                  <c:v>8.0055000000000005E-3</c:v>
                </c:pt>
                <c:pt idx="1">
                  <c:v>9.7206250000000001E-3</c:v>
                </c:pt>
              </c:numCache>
            </c:numRef>
          </c:val>
          <c:extLst>
            <c:ext xmlns:c14="http://schemas.microsoft.com/office/drawing/2007/8/2/chart" uri="{6F2FDCE9-48DA-4B69-8628-5D25D57E5C99}">
              <c14:invertSolidFillFmt>
                <c14:spPr xmlns:c14="http://schemas.microsoft.com/office/drawing/2007/8/2/chart">
                  <a:solidFill>
                    <a:srgbClr val="FFFFFF"/>
                  </a:solidFill>
                </c14:spPr>
              </c14:invertSolidFillFmt>
            </c:ext>
            <c:ext xmlns:c16="http://schemas.microsoft.com/office/drawing/2014/chart" uri="{C3380CC4-5D6E-409C-BE32-E72D297353CC}">
              <c16:uniqueId val="{00000004-DC56-4DCA-866D-3BCF759C96AD}"/>
            </c:ext>
          </c:extLst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</c:dLbls>
        <c:gapWidth val="100"/>
        <c:axId val="48650112"/>
        <c:axId val="48672768"/>
      </c:barChart>
      <c:catAx>
        <c:axId val="48650112"/>
        <c:scaling>
          <c:orientation val="minMax"/>
        </c:scaling>
        <c:delete val="0"/>
        <c:axPos val="l"/>
        <c:numFmt formatCode="General" sourceLinked="1"/>
        <c:majorTickMark val="none"/>
        <c:minorTickMark val="none"/>
        <c:tickLblPos val="nextTo"/>
        <c:spPr>
          <a:ln w="9525">
            <a:solidFill>
              <a:srgbClr val="D4D4D4"/>
            </a:solidFill>
            <a:prstDash val="solid"/>
          </a:ln>
        </c:spPr>
        <c:txPr>
          <a:bodyPr anchorCtr="1"/>
          <a:lstStyle/>
          <a:p>
            <a:pPr>
              <a:defRPr>
                <a:solidFill>
                  <a:srgbClr val="666666"/>
                </a:solidFill>
                <a:latin typeface="Arial"/>
                <a:ea typeface="Arial"/>
                <a:cs typeface="Arial"/>
              </a:defRPr>
            </a:pPr>
            <a:endParaRPr lang="pt-BR"/>
          </a:p>
        </c:txPr>
        <c:crossAx val="48672768"/>
        <c:crosses val="autoZero"/>
        <c:auto val="1"/>
        <c:lblAlgn val="ctr"/>
        <c:lblOffset val="100"/>
        <c:noMultiLvlLbl val="1"/>
      </c:catAx>
      <c:valAx>
        <c:axId val="48672768"/>
        <c:scaling>
          <c:orientation val="minMax"/>
        </c:scaling>
        <c:delete val="0"/>
        <c:axPos val="b"/>
        <c:numFmt formatCode="0.#########" sourceLinked="1"/>
        <c:majorTickMark val="none"/>
        <c:minorTickMark val="none"/>
        <c:tickLblPos val="nextTo"/>
        <c:spPr>
          <a:ln w="0">
            <a:noFill/>
          </a:ln>
        </c:spPr>
        <c:txPr>
          <a:bodyPr anchorCtr="1"/>
          <a:lstStyle/>
          <a:p>
            <a:pPr>
              <a:defRPr sz="1200">
                <a:solidFill>
                  <a:srgbClr val="17242B"/>
                </a:solidFill>
                <a:latin typeface="Arial"/>
                <a:ea typeface="Arial"/>
                <a:cs typeface="Arial"/>
              </a:defRPr>
            </a:pPr>
            <a:endParaRPr lang="pt-BR"/>
          </a:p>
        </c:txPr>
        <c:crossAx val="48650112"/>
        <c:crosses val="autoZero"/>
        <c:crossBetween val="between"/>
      </c:valAx>
      <c:spPr>
        <a:noFill/>
      </c:spPr>
    </c:plotArea>
    <c:plotVisOnly val="1"/>
    <c:dispBlanksAs val="zero"/>
    <c:showDLblsOverMax val="1"/>
  </c:chart>
  <c:spPr>
    <a:noFill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1"/>
  <c:lang val="pt-BR"/>
  <c:roundedCorners val="1"/>
  <c:style val="2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v>Memória média (KiB)</c:v>
          </c:tx>
          <c:spPr>
            <a:solidFill>
              <a:srgbClr val="14796F"/>
            </a:solidFill>
          </c:spPr>
          <c:invertIfNegative val="1"/>
          <c:dPt>
            <c:idx val="0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1-98FD-4371-BCF1-2E987185A167}"/>
              </c:ext>
            </c:extLst>
          </c:dPt>
          <c:dPt>
            <c:idx val="1"/>
            <c:invertIfNegative val="0"/>
            <c:bubble3D val="0"/>
            <c:spPr>
              <a:solidFill>
                <a:srgbClr val="C97343"/>
              </a:solidFill>
            </c:spPr>
            <c:extLst>
              <c:ext xmlns:c16="http://schemas.microsoft.com/office/drawing/2014/chart" uri="{C3380CC4-5D6E-409C-BE32-E72D297353CC}">
                <c16:uniqueId val="{00000003-98FD-4371-BCF1-2E987185A167}"/>
              </c:ext>
            </c:extLst>
          </c:dPt>
          <c:dLbls>
            <c:spPr>
              <a:noFill/>
              <a:ln>
                <a:noFill/>
              </a:ln>
              <a:effectLst/>
            </c:spPr>
            <c:txPr>
              <a:bodyPr anchorCtr="1"/>
              <a:lstStyle/>
              <a:p>
                <a:pPr>
                  <a:defRPr sz="1200" b="1">
                    <a:solidFill>
                      <a:srgbClr val="17242B"/>
                    </a:solidFill>
                    <a:latin typeface="Arial"/>
                    <a:ea typeface="Arial"/>
                    <a:cs typeface="Arial"/>
                  </a:defRPr>
                </a:pPr>
                <a:endParaRPr lang="pt-BR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'Chart Data'!$A$2:$A$3</c:f>
              <c:strCache>
                <c:ptCount val="2"/>
                <c:pt idx="0">
                  <c:v>DFS</c:v>
                </c:pt>
                <c:pt idx="1">
                  <c:v>BFS</c:v>
                </c:pt>
              </c:strCache>
            </c:strRef>
          </c:cat>
          <c:val>
            <c:numRef>
              <c:f>'Chart Data'!$B$2:$B$3</c:f>
              <c:numCache>
                <c:formatCode>0.000</c:formatCode>
                <c:ptCount val="2"/>
                <c:pt idx="0">
                  <c:v>1.0860000000000001</c:v>
                </c:pt>
                <c:pt idx="1">
                  <c:v>2.117</c:v>
                </c:pt>
              </c:numCache>
            </c:numRef>
          </c:val>
          <c:extLst>
            <c:ext xmlns:c14="http://schemas.microsoft.com/office/drawing/2007/8/2/chart" uri="{6F2FDCE9-48DA-4B69-8628-5D25D57E5C99}">
              <c14:invertSolidFillFmt>
                <c14:spPr xmlns:c14="http://schemas.microsoft.com/office/drawing/2007/8/2/chart">
                  <a:solidFill>
                    <a:srgbClr val="FFFFFF"/>
                  </a:solidFill>
                </c14:spPr>
              </c14:invertSolidFillFmt>
            </c:ext>
            <c:ext xmlns:c16="http://schemas.microsoft.com/office/drawing/2014/chart" uri="{C3380CC4-5D6E-409C-BE32-E72D297353CC}">
              <c16:uniqueId val="{00000004-98FD-4371-BCF1-2E987185A167}"/>
            </c:ext>
          </c:extLst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</c:dLbls>
        <c:gapWidth val="100"/>
        <c:axId val="48650112"/>
        <c:axId val="48672768"/>
      </c:barChart>
      <c:catAx>
        <c:axId val="48650112"/>
        <c:scaling>
          <c:orientation val="minMax"/>
        </c:scaling>
        <c:delete val="0"/>
        <c:axPos val="l"/>
        <c:numFmt formatCode="General" sourceLinked="1"/>
        <c:majorTickMark val="none"/>
        <c:minorTickMark val="none"/>
        <c:tickLblPos val="nextTo"/>
        <c:spPr>
          <a:ln w="9525">
            <a:solidFill>
              <a:srgbClr val="D4D4D4"/>
            </a:solidFill>
            <a:prstDash val="solid"/>
          </a:ln>
        </c:spPr>
        <c:txPr>
          <a:bodyPr anchorCtr="1"/>
          <a:lstStyle/>
          <a:p>
            <a:pPr>
              <a:defRPr>
                <a:solidFill>
                  <a:srgbClr val="666666"/>
                </a:solidFill>
                <a:latin typeface="Arial"/>
                <a:ea typeface="Arial"/>
                <a:cs typeface="Arial"/>
              </a:defRPr>
            </a:pPr>
            <a:endParaRPr lang="pt-BR"/>
          </a:p>
        </c:txPr>
        <c:crossAx val="48672768"/>
        <c:crosses val="autoZero"/>
        <c:auto val="1"/>
        <c:lblAlgn val="ctr"/>
        <c:lblOffset val="100"/>
        <c:noMultiLvlLbl val="1"/>
      </c:catAx>
      <c:valAx>
        <c:axId val="48672768"/>
        <c:scaling>
          <c:orientation val="minMax"/>
        </c:scaling>
        <c:delete val="0"/>
        <c:axPos val="b"/>
        <c:numFmt formatCode="0.000" sourceLinked="1"/>
        <c:majorTickMark val="none"/>
        <c:minorTickMark val="none"/>
        <c:tickLblPos val="nextTo"/>
        <c:spPr>
          <a:ln w="0">
            <a:noFill/>
          </a:ln>
        </c:spPr>
        <c:txPr>
          <a:bodyPr anchorCtr="1"/>
          <a:lstStyle/>
          <a:p>
            <a:pPr>
              <a:defRPr sz="1200">
                <a:solidFill>
                  <a:srgbClr val="17242B"/>
                </a:solidFill>
                <a:latin typeface="Arial"/>
                <a:ea typeface="Arial"/>
                <a:cs typeface="Arial"/>
              </a:defRPr>
            </a:pPr>
            <a:endParaRPr lang="pt-BR"/>
          </a:p>
        </c:txPr>
        <c:crossAx val="48650112"/>
        <c:crosses val="autoZero"/>
        <c:crossBetween val="between"/>
      </c:valAx>
      <c:spPr>
        <a:noFill/>
      </c:spPr>
    </c:plotArea>
    <c:plotVisOnly val="1"/>
    <c:dispBlanksAs val="zero"/>
    <c:showDLblsOverMax val="1"/>
  </c:chart>
  <c:spPr>
    <a:noFill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1"/>
  <c:lang val="pt-BR"/>
  <c:roundedCorners val="1"/>
  <c:style val="2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v>Posições examinadas</c:v>
          </c:tx>
          <c:spPr>
            <a:solidFill>
              <a:srgbClr val="14796F"/>
            </a:solidFill>
          </c:spPr>
          <c:invertIfNegative val="1"/>
          <c:dPt>
            <c:idx val="0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1-5C90-404F-9112-EB7F92D3AD1C}"/>
              </c:ext>
            </c:extLst>
          </c:dPt>
          <c:dPt>
            <c:idx val="1"/>
            <c:invertIfNegative val="0"/>
            <c:bubble3D val="0"/>
            <c:spPr>
              <a:solidFill>
                <a:srgbClr val="C97343"/>
              </a:solidFill>
            </c:spPr>
            <c:extLst>
              <c:ext xmlns:c16="http://schemas.microsoft.com/office/drawing/2014/chart" uri="{C3380CC4-5D6E-409C-BE32-E72D297353CC}">
                <c16:uniqueId val="{00000003-5C90-404F-9112-EB7F92D3AD1C}"/>
              </c:ext>
            </c:extLst>
          </c:dPt>
          <c:dLbls>
            <c:spPr>
              <a:noFill/>
              <a:ln>
                <a:noFill/>
              </a:ln>
              <a:effectLst/>
            </c:spPr>
            <c:txPr>
              <a:bodyPr anchorCtr="1"/>
              <a:lstStyle/>
              <a:p>
                <a:pPr>
                  <a:defRPr sz="1200" b="1">
                    <a:solidFill>
                      <a:srgbClr val="17242B"/>
                    </a:solidFill>
                    <a:latin typeface="Arial"/>
                    <a:ea typeface="Arial"/>
                    <a:cs typeface="Arial"/>
                  </a:defRPr>
                </a:pPr>
                <a:endParaRPr lang="pt-BR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'Chart Data'!$A$2:$A$3</c:f>
              <c:strCache>
                <c:ptCount val="2"/>
                <c:pt idx="0">
                  <c:v>DFS</c:v>
                </c:pt>
                <c:pt idx="1">
                  <c:v>BFS</c:v>
                </c:pt>
              </c:strCache>
            </c:strRef>
          </c:cat>
          <c:val>
            <c:numRef>
              <c:f>'Chart Data'!$B$2:$B$3</c:f>
              <c:numCache>
                <c:formatCode>0</c:formatCode>
                <c:ptCount val="2"/>
                <c:pt idx="0">
                  <c:v>9</c:v>
                </c:pt>
                <c:pt idx="1">
                  <c:v>11</c:v>
                </c:pt>
              </c:numCache>
            </c:numRef>
          </c:val>
          <c:extLst>
            <c:ext xmlns:c14="http://schemas.microsoft.com/office/drawing/2007/8/2/chart" uri="{6F2FDCE9-48DA-4B69-8628-5D25D57E5C99}">
              <c14:invertSolidFillFmt>
                <c14:spPr xmlns:c14="http://schemas.microsoft.com/office/drawing/2007/8/2/chart">
                  <a:solidFill>
                    <a:srgbClr val="FFFFFF"/>
                  </a:solidFill>
                </c14:spPr>
              </c14:invertSolidFillFmt>
            </c:ext>
            <c:ext xmlns:c16="http://schemas.microsoft.com/office/drawing/2014/chart" uri="{C3380CC4-5D6E-409C-BE32-E72D297353CC}">
              <c16:uniqueId val="{00000004-5C90-404F-9112-EB7F92D3AD1C}"/>
            </c:ext>
          </c:extLst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</c:dLbls>
        <c:gapWidth val="100"/>
        <c:axId val="48650112"/>
        <c:axId val="48672768"/>
      </c:barChart>
      <c:catAx>
        <c:axId val="48650112"/>
        <c:scaling>
          <c:orientation val="minMax"/>
        </c:scaling>
        <c:delete val="0"/>
        <c:axPos val="l"/>
        <c:numFmt formatCode="General" sourceLinked="1"/>
        <c:majorTickMark val="none"/>
        <c:minorTickMark val="none"/>
        <c:tickLblPos val="nextTo"/>
        <c:spPr>
          <a:ln w="9525">
            <a:solidFill>
              <a:srgbClr val="D4D4D4"/>
            </a:solidFill>
            <a:prstDash val="solid"/>
          </a:ln>
        </c:spPr>
        <c:txPr>
          <a:bodyPr anchorCtr="1"/>
          <a:lstStyle/>
          <a:p>
            <a:pPr>
              <a:defRPr>
                <a:solidFill>
                  <a:srgbClr val="666666"/>
                </a:solidFill>
                <a:latin typeface="Arial"/>
                <a:ea typeface="Arial"/>
                <a:cs typeface="Arial"/>
              </a:defRPr>
            </a:pPr>
            <a:endParaRPr lang="pt-BR"/>
          </a:p>
        </c:txPr>
        <c:crossAx val="48672768"/>
        <c:crosses val="autoZero"/>
        <c:auto val="1"/>
        <c:lblAlgn val="ctr"/>
        <c:lblOffset val="100"/>
        <c:noMultiLvlLbl val="1"/>
      </c:catAx>
      <c:valAx>
        <c:axId val="48672768"/>
        <c:scaling>
          <c:orientation val="minMax"/>
        </c:scaling>
        <c:delete val="0"/>
        <c:axPos val="b"/>
        <c:numFmt formatCode="0" sourceLinked="1"/>
        <c:majorTickMark val="none"/>
        <c:minorTickMark val="none"/>
        <c:tickLblPos val="nextTo"/>
        <c:spPr>
          <a:ln w="0">
            <a:noFill/>
          </a:ln>
        </c:spPr>
        <c:txPr>
          <a:bodyPr anchorCtr="1"/>
          <a:lstStyle/>
          <a:p>
            <a:pPr>
              <a:defRPr sz="1200">
                <a:solidFill>
                  <a:srgbClr val="17242B"/>
                </a:solidFill>
                <a:latin typeface="Arial"/>
                <a:ea typeface="Arial"/>
                <a:cs typeface="Arial"/>
              </a:defRPr>
            </a:pPr>
            <a:endParaRPr lang="pt-BR"/>
          </a:p>
        </c:txPr>
        <c:crossAx val="48650112"/>
        <c:crosses val="autoZero"/>
        <c:crossBetween val="between"/>
      </c:valAx>
      <c:spPr>
        <a:noFill/>
      </c:spPr>
    </c:plotArea>
    <c:plotVisOnly val="1"/>
    <c:dispBlanksAs val="zero"/>
    <c:showDLblsOverMax val="1"/>
  </c:chart>
  <c:spPr>
    <a:noFill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"/>
          <p:cNvSpPr>
            <a:spLocks noGrp="1"/>
          </p:cNvSpPr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3" name="Date Placeholder"/>
          <p:cNvSpPr>
            <a:spLocks noGrp="1"/>
          </p:cNvSpPr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4" name="Slide Image Placeholder"/>
          <p:cNvSpPr>
            <a:spLocks noGrp="1" noRot="1" noChangeAspect="1"/>
          </p:cNvSpPr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5" name="Notes Placeholder"/>
          <p:cNvSpPr>
            <a:spLocks noGrp="1"/>
          </p:cNvSpPr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6" name="Footer Placeholder"/>
          <p:cNvSpPr>
            <a:spLocks noGrp="1"/>
          </p:cNvSpPr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7" name="Slide Number Placeholder"/>
          <p:cNvSpPr>
            <a:spLocks noGrp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Apresentar a pergunta central: como DFS e BFS se comportam no mesmo labirinto? Os nomes da capa seguem a lista enviada no pedido.</a:t>
            </a:r>
          </a:p>
          <a:p>
            <a:endParaRPr/>
          </a:p>
          <a:p>
            <a:r>
              <a:t>Fontes: Pedido do usuário; https://github.com/gaschenorberger/BuscaCegaIA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Explicar que cada célula livre é um estado. A busca começa em (0,0), termina em (4,4) e não usa diagonais.</a:t>
            </a:r>
          </a:p>
          <a:p>
            <a:endParaRPr/>
          </a:p>
          <a:p>
            <a:r>
              <a:t>Fontes: PDF, seção 2; https://github.com/gaschenorberger/BuscaCegaIA/blob/main/labirinto.py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Mostrar a diferença na estrutura de dados. A ordem dos vizinhos é igual; a pilha e a fila mudam a ordem das posições examinadas.</a:t>
            </a:r>
          </a:p>
          <a:p>
            <a:endParaRPr/>
          </a:p>
          <a:p>
            <a:r>
              <a:t>Fontes: Pseudocódigos fornecidos; https://github.com/gaschenorberger/BuscaCegaIA/blob/main/buscaProfundidade.py; https://github.com/gaschenorberger/BuscaCegaIA/blob/main/buscaLargura.py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Percorrer os números do mapa. Nesta execução a DFS examina apenas as 9 casas do caminho final. O princípio geral de backtracking existe, mas não foi necessário antes de alcançar a saída neste labirinto.</a:t>
            </a:r>
          </a:p>
          <a:p>
            <a:endParaRPr/>
          </a:p>
          <a:p>
            <a:r>
              <a:t>Fontes: Pseudocódigo DFS; https://github.com/gaschenorberger/BuscaCegaIA/blob/main/buscaProfundidade.py; https://github.com/gaschenorberger/BuscaCegaIA/blob/main/labirinto.py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Percorrer a ordem. As posições (3,1) e (2,4) aparecem antes da saída, mas não pertencem ao caminho final. A BFS marca visitados ao enfileirar.</a:t>
            </a:r>
          </a:p>
          <a:p>
            <a:endParaRPr/>
          </a:p>
          <a:p>
            <a:r>
              <a:t>Fontes: Pseudocódigo BFS; https://github.com/gaschenorberger/BuscaCegaIA/blob/main/buscaLargura.py; https://github.com/gaschenorberger/BuscaCegaIA/blob/main/labirinto.py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Mostrar as linhas destacadas: retirar o último na DFS e o primeiro na BFS. O texto é uma seleção das etapas essenciais dos arquivos fornecidos. No código Python, a DFS verifica visitados antes de testar a saída; como a saída não foi visitada antes, o resultado é o mesmo.</a:t>
            </a:r>
          </a:p>
          <a:p>
            <a:endParaRPr/>
          </a:p>
          <a:p>
            <a:r>
              <a:t>Fontes: pseudocodigo_DFS.txt; pseudocodigo_BFS.txt; https://github.com/gaschenorberger/BuscaCegaIA/blob/main/buscaProfundidade.py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Comparar lado a lado. O caminho final é igual: (0,0), (1,0), (1,1), (1,2), (2,2), (3,2), (3,3), (3,4), (4,4). A BFS examina adicionalmente (3,1) e (2,4). A ordem foi derivada das listas de vizinhos e das estruturas de dados do repositório.</a:t>
            </a:r>
          </a:p>
          <a:p>
            <a:endParaRPr/>
          </a:p>
          <a:p>
            <a:r>
              <a:t>Fontes: https://github.com/gaschenorberger/BuscaCegaIA/blob/main/labirinto.py; https://github.com/gaschenorberger/BuscaCegaIA/blob/main/buscaProfundidade.py; https://github.com/gaschenorberger/BuscaCegaIA/blob/main/buscaLargura.py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O tempo foi medido sem tracemalloc ativo. A memória foi medida separadamente. Cada métrica teve 10 valores, com descarte do maior e do menor antes da média e do desvio padrão.</a:t>
            </a:r>
          </a:p>
          <a:p>
            <a:endParaRPr/>
          </a:p>
          <a:p>
            <a:r>
              <a:t>Fontes: PDF, seções 3.1 e 3.2; https://github.com/gaschenorberger/BuscaCegaIA/blob/main/benchmark.py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Os valores são os resultados oficiais do PDF e da planilha. A diferença entre as médias de tempo é pequena em termos absolutos, pois o mapa é 5 × 5. Não generalizar para outros mapas.</a:t>
            </a:r>
          </a:p>
          <a:p>
            <a:endParaRPr/>
          </a:p>
          <a:p>
            <a:r>
              <a:t>Fontes: PDF, tabela da seção 3.2; Comparacao DFS BFS.xlsx, Resumo!B5:E12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Cada comparação usa sua própria unidade e escala. Mostrar que a DFS teve menor tempo, menor memória e examinou menos posições; o comprimento do caminho empatou. Os valores completos estão na tabela anterior.</a:t>
            </a:r>
          </a:p>
          <a:p>
            <a:endParaRPr/>
          </a:p>
          <a:p>
            <a:r>
              <a:t>Fontes: PDF, seção 3; Comparacao DFS BFS.xlsx, Resumo!B5:E12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Explicar que estas são propriedades gerais, diferentes das medições específicas. A DFS pode ser eficiente em memória, mas isso depende da implementação e da estrutura do problema.</a:t>
            </a:r>
          </a:p>
          <a:p>
            <a:endParaRPr/>
          </a:p>
          <a:p>
            <a:r>
              <a:t>Fontes: PDF, seções 3.6 e 4; https://github.com/gaschenorberger/BuscaCegaIA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Usar as perguntas como critério, sem apresentar um vencedor universal. No nosso mapa ambos chegaram ao menor caminho observado, mas só a BFS oferece a garantia teórica com custos iguais.</a:t>
            </a:r>
          </a:p>
          <a:p>
            <a:endParaRPr/>
          </a:p>
          <a:p>
            <a:r>
              <a:t>Fontes: PDF, seções 3.6 e 4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Enfatizar as palavras neste labirinto. A diferença decorre da exploração adicional da BFS nesse mapa e das implementações usadas. Não afirmar superioridade universal da DFS.</a:t>
            </a:r>
          </a:p>
          <a:p>
            <a:endParaRPr/>
          </a:p>
          <a:p>
            <a:r>
              <a:t>Fontes: PDF, seção 3.6; Comparacao DFS BFS.xlsx, Resumo!B5:E12; https://github.com/gaschenorberger/BuscaCegaIA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Fechar a análise separando o achado experimental da propriedade teórica. Os resultados valem para este labirinto e este ambiente.</a:t>
            </a:r>
          </a:p>
          <a:p>
            <a:endParaRPr/>
          </a:p>
          <a:p>
            <a:r>
              <a:t>Fontes: PDF, conclusão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Abrir para perguntas. Se pedirem detalhes técnicos, voltar aos slides de pseudocódigo, percurso e metodologia.</a:t>
            </a:r>
          </a:p>
          <a:p>
            <a:endParaRPr/>
          </a:p>
          <a:p>
            <a:r>
              <a:t>Fontes: https://github.com/gaschenorberger/BuscaCegaIA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Mast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5" Type="http://schemas.openxmlformats.org/officeDocument/2006/relationships/chart" Target="../charts/chart3.xml"/><Relationship Id="rId4" Type="http://schemas.openxmlformats.org/officeDocument/2006/relationships/chart" Target="../charts/char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0212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Retângulo 31">
            <a:extLst>
              <a:ext uri="{FF2B5EF4-FFF2-40B4-BE49-F238E27FC236}">
                <a16:creationId xmlns:a16="http://schemas.microsoft.com/office/drawing/2014/main" id="{5DBA9A58-6D7F-4B1E-8989-7D921983158A}"/>
              </a:ext>
            </a:extLst>
          </p:cNvPr>
          <p:cNvSpPr>
            <a:spLocks noGrp="1"/>
          </p:cNvSpPr>
          <p:nvPr/>
        </p:nvSpPr>
        <p:spPr>
          <a:xfrm>
            <a:off x="685800" y="704850"/>
            <a:ext cx="742950" cy="57150"/>
          </a:xfrm>
          <a:prstGeom prst="rect">
            <a:avLst/>
          </a:prstGeom>
          <a:solidFill>
            <a:srgbClr val="14796F"/>
          </a:solidFill>
          <a:ln w="0">
            <a:noFill/>
            <a:prstDash val="solid"/>
          </a:ln>
        </p:spPr>
      </p:sp>
      <p:sp>
        <p:nvSpPr>
          <p:cNvPr id="2" name="Retângulo 1">
            <a:extLst>
              <a:ext uri="{FF2B5EF4-FFF2-40B4-BE49-F238E27FC236}">
                <a16:creationId xmlns:a16="http://schemas.microsoft.com/office/drawing/2014/main" id="{8F8F7AC2-DDD5-47F3-A3AC-055D89AC4C2B}"/>
              </a:ext>
            </a:extLst>
          </p:cNvPr>
          <p:cNvSpPr>
            <a:spLocks noGrp="1"/>
          </p:cNvSpPr>
          <p:nvPr/>
        </p:nvSpPr>
        <p:spPr>
          <a:xfrm>
            <a:off x="685800" y="1143000"/>
            <a:ext cx="6953250" cy="1352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defRPr sz="39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397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Busca em Profundidade</a:t>
            </a:r>
          </a:p>
          <a:p>
            <a:pPr algn="l">
              <a:defRPr sz="39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397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vs Busca em Largura</a:t>
            </a:r>
          </a:p>
        </p:txBody>
      </p:sp>
      <p:sp>
        <p:nvSpPr>
          <p:cNvPr id="3" name="Retângulo 2">
            <a:extLst>
              <a:ext uri="{FF2B5EF4-FFF2-40B4-BE49-F238E27FC236}">
                <a16:creationId xmlns:a16="http://schemas.microsoft.com/office/drawing/2014/main" id="{C676EFDD-F9FB-4FFB-BF4B-958E72480B84}"/>
              </a:ext>
            </a:extLst>
          </p:cNvPr>
          <p:cNvSpPr>
            <a:spLocks noGrp="1"/>
          </p:cNvSpPr>
          <p:nvPr/>
        </p:nvSpPr>
        <p:spPr>
          <a:xfrm>
            <a:off x="704850" y="2705100"/>
            <a:ext cx="6238875" cy="619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defRPr sz="1875" b="0">
                <a:solidFill>
                  <a:srgbClr val="C5D4D3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C5D4D3"/>
                </a:solidFill>
                <a:latin typeface="Arial"/>
                <a:ea typeface="Arial"/>
                <a:cs typeface="Arial"/>
              </a:rPr>
              <a:t>Análise comparativa aplicada ao problema do labirinto</a:t>
            </a:r>
          </a:p>
        </p:txBody>
      </p:sp>
      <p:sp>
        <p:nvSpPr>
          <p:cNvPr id="4" name="Retângulo 3">
            <a:extLst>
              <a:ext uri="{FF2B5EF4-FFF2-40B4-BE49-F238E27FC236}">
                <a16:creationId xmlns:a16="http://schemas.microsoft.com/office/drawing/2014/main" id="{EB08594D-B679-4E84-87EC-4D72DD5D04DF}"/>
              </a:ext>
            </a:extLst>
          </p:cNvPr>
          <p:cNvSpPr>
            <a:spLocks noGrp="1"/>
          </p:cNvSpPr>
          <p:nvPr/>
        </p:nvSpPr>
        <p:spPr>
          <a:xfrm>
            <a:off x="8477250" y="1123950"/>
            <a:ext cx="514350" cy="514350"/>
          </a:xfrm>
          <a:prstGeom prst="rect">
            <a:avLst/>
          </a:prstGeom>
          <a:solidFill>
            <a:srgbClr val="285B58"/>
          </a:solidFill>
          <a:ln w="19050">
            <a:solidFill>
              <a:srgbClr val="14796F"/>
            </a:solidFill>
            <a:prstDash val="solid"/>
          </a:ln>
        </p:spPr>
      </p:sp>
      <p:sp>
        <p:nvSpPr>
          <p:cNvPr id="5" name="Retângulo 4">
            <a:extLst>
              <a:ext uri="{FF2B5EF4-FFF2-40B4-BE49-F238E27FC236}">
                <a16:creationId xmlns:a16="http://schemas.microsoft.com/office/drawing/2014/main" id="{76DA8CB7-80B6-4F6A-A21A-44F384D1F439}"/>
              </a:ext>
            </a:extLst>
          </p:cNvPr>
          <p:cNvSpPr>
            <a:spLocks noGrp="1"/>
          </p:cNvSpPr>
          <p:nvPr/>
        </p:nvSpPr>
        <p:spPr>
          <a:xfrm>
            <a:off x="9020175" y="1123950"/>
            <a:ext cx="514350" cy="514350"/>
          </a:xfrm>
          <a:prstGeom prst="rect">
            <a:avLst/>
          </a:prstGeom>
          <a:solidFill>
            <a:srgbClr val="213038"/>
          </a:solidFill>
          <a:ln w="0">
            <a:solidFill>
              <a:srgbClr val="213038"/>
            </a:solidFill>
            <a:prstDash val="solid"/>
          </a:ln>
        </p:spPr>
      </p:sp>
      <p:sp>
        <p:nvSpPr>
          <p:cNvPr id="6" name="Retângulo 5">
            <a:extLst>
              <a:ext uri="{FF2B5EF4-FFF2-40B4-BE49-F238E27FC236}">
                <a16:creationId xmlns:a16="http://schemas.microsoft.com/office/drawing/2014/main" id="{3D5AF2DA-12D9-4527-B691-89BE5BCB292D}"/>
              </a:ext>
            </a:extLst>
          </p:cNvPr>
          <p:cNvSpPr>
            <a:spLocks noGrp="1"/>
          </p:cNvSpPr>
          <p:nvPr/>
        </p:nvSpPr>
        <p:spPr>
          <a:xfrm>
            <a:off x="9563100" y="1123950"/>
            <a:ext cx="514350" cy="514350"/>
          </a:xfrm>
          <a:prstGeom prst="rect">
            <a:avLst/>
          </a:prstGeom>
          <a:solidFill>
            <a:srgbClr val="213038"/>
          </a:solidFill>
          <a:ln w="0">
            <a:solidFill>
              <a:srgbClr val="213038"/>
            </a:solidFill>
            <a:prstDash val="solid"/>
          </a:ln>
        </p:spPr>
      </p:sp>
      <p:sp>
        <p:nvSpPr>
          <p:cNvPr id="7" name="Retângulo 6">
            <a:extLst>
              <a:ext uri="{FF2B5EF4-FFF2-40B4-BE49-F238E27FC236}">
                <a16:creationId xmlns:a16="http://schemas.microsoft.com/office/drawing/2014/main" id="{9E67EE92-9923-4A31-A0FD-D0D58C593877}"/>
              </a:ext>
            </a:extLst>
          </p:cNvPr>
          <p:cNvSpPr>
            <a:spLocks noGrp="1"/>
          </p:cNvSpPr>
          <p:nvPr/>
        </p:nvSpPr>
        <p:spPr>
          <a:xfrm>
            <a:off x="10106025" y="1123950"/>
            <a:ext cx="514350" cy="514350"/>
          </a:xfrm>
          <a:prstGeom prst="rect">
            <a:avLst/>
          </a:prstGeom>
          <a:solidFill>
            <a:srgbClr val="213038"/>
          </a:solidFill>
          <a:ln w="0">
            <a:solidFill>
              <a:srgbClr val="213038"/>
            </a:solidFill>
            <a:prstDash val="solid"/>
          </a:ln>
        </p:spPr>
      </p:sp>
      <p:sp>
        <p:nvSpPr>
          <p:cNvPr id="8" name="Retângulo 7">
            <a:extLst>
              <a:ext uri="{FF2B5EF4-FFF2-40B4-BE49-F238E27FC236}">
                <a16:creationId xmlns:a16="http://schemas.microsoft.com/office/drawing/2014/main" id="{63496497-69F0-42FA-8962-82B016B96C80}"/>
              </a:ext>
            </a:extLst>
          </p:cNvPr>
          <p:cNvSpPr>
            <a:spLocks noGrp="1"/>
          </p:cNvSpPr>
          <p:nvPr/>
        </p:nvSpPr>
        <p:spPr>
          <a:xfrm>
            <a:off x="10648950" y="1123950"/>
            <a:ext cx="514350" cy="514350"/>
          </a:xfrm>
          <a:prstGeom prst="rect">
            <a:avLst/>
          </a:prstGeom>
          <a:solidFill>
            <a:srgbClr val="213038"/>
          </a:solidFill>
          <a:ln w="0">
            <a:solidFill>
              <a:srgbClr val="213038"/>
            </a:solidFill>
            <a:prstDash val="solid"/>
          </a:ln>
        </p:spPr>
      </p:sp>
      <p:sp>
        <p:nvSpPr>
          <p:cNvPr id="9" name="Retângulo 8">
            <a:extLst>
              <a:ext uri="{FF2B5EF4-FFF2-40B4-BE49-F238E27FC236}">
                <a16:creationId xmlns:a16="http://schemas.microsoft.com/office/drawing/2014/main" id="{3360F127-3427-4FB6-B12E-9769B5BBD1F8}"/>
              </a:ext>
            </a:extLst>
          </p:cNvPr>
          <p:cNvSpPr>
            <a:spLocks noGrp="1"/>
          </p:cNvSpPr>
          <p:nvPr/>
        </p:nvSpPr>
        <p:spPr>
          <a:xfrm>
            <a:off x="8477250" y="1666875"/>
            <a:ext cx="514350" cy="514350"/>
          </a:xfrm>
          <a:prstGeom prst="rect">
            <a:avLst/>
          </a:prstGeom>
          <a:solidFill>
            <a:srgbClr val="285B58"/>
          </a:solidFill>
          <a:ln w="19050">
            <a:solidFill>
              <a:srgbClr val="14796F"/>
            </a:solidFill>
            <a:prstDash val="solid"/>
          </a:ln>
        </p:spPr>
      </p:sp>
      <p:sp>
        <p:nvSpPr>
          <p:cNvPr id="10" name="Retângulo 9">
            <a:extLst>
              <a:ext uri="{FF2B5EF4-FFF2-40B4-BE49-F238E27FC236}">
                <a16:creationId xmlns:a16="http://schemas.microsoft.com/office/drawing/2014/main" id="{A353D2D7-560C-4ACB-B282-9AA47CDD515C}"/>
              </a:ext>
            </a:extLst>
          </p:cNvPr>
          <p:cNvSpPr>
            <a:spLocks noGrp="1"/>
          </p:cNvSpPr>
          <p:nvPr/>
        </p:nvSpPr>
        <p:spPr>
          <a:xfrm>
            <a:off x="9020175" y="1666875"/>
            <a:ext cx="514350" cy="514350"/>
          </a:xfrm>
          <a:prstGeom prst="rect">
            <a:avLst/>
          </a:prstGeom>
          <a:solidFill>
            <a:srgbClr val="285B58"/>
          </a:solidFill>
          <a:ln w="19050">
            <a:solidFill>
              <a:srgbClr val="14796F"/>
            </a:solidFill>
            <a:prstDash val="solid"/>
          </a:ln>
        </p:spPr>
      </p:sp>
      <p:sp>
        <p:nvSpPr>
          <p:cNvPr id="11" name="Retângulo 10">
            <a:extLst>
              <a:ext uri="{FF2B5EF4-FFF2-40B4-BE49-F238E27FC236}">
                <a16:creationId xmlns:a16="http://schemas.microsoft.com/office/drawing/2014/main" id="{53392AB5-2F6F-4DDE-B23F-BE46B8029888}"/>
              </a:ext>
            </a:extLst>
          </p:cNvPr>
          <p:cNvSpPr>
            <a:spLocks noGrp="1"/>
          </p:cNvSpPr>
          <p:nvPr/>
        </p:nvSpPr>
        <p:spPr>
          <a:xfrm>
            <a:off x="9563100" y="1666875"/>
            <a:ext cx="514350" cy="514350"/>
          </a:xfrm>
          <a:prstGeom prst="rect">
            <a:avLst/>
          </a:prstGeom>
          <a:solidFill>
            <a:srgbClr val="285B58"/>
          </a:solidFill>
          <a:ln w="19050">
            <a:solidFill>
              <a:srgbClr val="14796F"/>
            </a:solidFill>
            <a:prstDash val="solid"/>
          </a:ln>
        </p:spPr>
      </p:sp>
      <p:sp>
        <p:nvSpPr>
          <p:cNvPr id="12" name="Retângulo 11">
            <a:extLst>
              <a:ext uri="{FF2B5EF4-FFF2-40B4-BE49-F238E27FC236}">
                <a16:creationId xmlns:a16="http://schemas.microsoft.com/office/drawing/2014/main" id="{69E49E49-49C1-4F34-9649-9FD63208F04D}"/>
              </a:ext>
            </a:extLst>
          </p:cNvPr>
          <p:cNvSpPr>
            <a:spLocks noGrp="1"/>
          </p:cNvSpPr>
          <p:nvPr/>
        </p:nvSpPr>
        <p:spPr>
          <a:xfrm>
            <a:off x="10106025" y="1666875"/>
            <a:ext cx="514350" cy="514350"/>
          </a:xfrm>
          <a:prstGeom prst="rect">
            <a:avLst/>
          </a:prstGeom>
          <a:solidFill>
            <a:srgbClr val="213038"/>
          </a:solidFill>
          <a:ln w="0">
            <a:solidFill>
              <a:srgbClr val="213038"/>
            </a:solidFill>
            <a:prstDash val="solid"/>
          </a:ln>
        </p:spPr>
      </p:sp>
      <p:sp>
        <p:nvSpPr>
          <p:cNvPr id="13" name="Retângulo 12">
            <a:extLst>
              <a:ext uri="{FF2B5EF4-FFF2-40B4-BE49-F238E27FC236}">
                <a16:creationId xmlns:a16="http://schemas.microsoft.com/office/drawing/2014/main" id="{0C7B6718-488C-4C98-B34B-588FC6B572D0}"/>
              </a:ext>
            </a:extLst>
          </p:cNvPr>
          <p:cNvSpPr>
            <a:spLocks noGrp="1"/>
          </p:cNvSpPr>
          <p:nvPr/>
        </p:nvSpPr>
        <p:spPr>
          <a:xfrm>
            <a:off x="10648950" y="1666875"/>
            <a:ext cx="514350" cy="514350"/>
          </a:xfrm>
          <a:prstGeom prst="rect">
            <a:avLst/>
          </a:prstGeom>
          <a:solidFill>
            <a:srgbClr val="E9EDE9"/>
          </a:solidFill>
          <a:ln w="19050">
            <a:solidFill>
              <a:srgbClr val="DFE4E0"/>
            </a:solidFill>
            <a:prstDash val="solid"/>
          </a:ln>
        </p:spPr>
      </p:sp>
      <p:sp>
        <p:nvSpPr>
          <p:cNvPr id="14" name="Retângulo 13">
            <a:extLst>
              <a:ext uri="{FF2B5EF4-FFF2-40B4-BE49-F238E27FC236}">
                <a16:creationId xmlns:a16="http://schemas.microsoft.com/office/drawing/2014/main" id="{ED79C9F6-E83C-4F72-98B9-AFFFCAB14EE9}"/>
              </a:ext>
            </a:extLst>
          </p:cNvPr>
          <p:cNvSpPr>
            <a:spLocks noGrp="1"/>
          </p:cNvSpPr>
          <p:nvPr/>
        </p:nvSpPr>
        <p:spPr>
          <a:xfrm>
            <a:off x="8477250" y="2209800"/>
            <a:ext cx="514350" cy="514350"/>
          </a:xfrm>
          <a:prstGeom prst="rect">
            <a:avLst/>
          </a:prstGeom>
          <a:solidFill>
            <a:srgbClr val="213038"/>
          </a:solidFill>
          <a:ln w="0">
            <a:solidFill>
              <a:srgbClr val="213038"/>
            </a:solidFill>
            <a:prstDash val="solid"/>
          </a:ln>
        </p:spPr>
      </p:sp>
      <p:sp>
        <p:nvSpPr>
          <p:cNvPr id="15" name="Retângulo 14">
            <a:extLst>
              <a:ext uri="{FF2B5EF4-FFF2-40B4-BE49-F238E27FC236}">
                <a16:creationId xmlns:a16="http://schemas.microsoft.com/office/drawing/2014/main" id="{A4167F24-87A2-4A50-8780-0B94377F4D8D}"/>
              </a:ext>
            </a:extLst>
          </p:cNvPr>
          <p:cNvSpPr>
            <a:spLocks noGrp="1"/>
          </p:cNvSpPr>
          <p:nvPr/>
        </p:nvSpPr>
        <p:spPr>
          <a:xfrm>
            <a:off x="9020175" y="2209800"/>
            <a:ext cx="514350" cy="514350"/>
          </a:xfrm>
          <a:prstGeom prst="rect">
            <a:avLst/>
          </a:prstGeom>
          <a:solidFill>
            <a:srgbClr val="213038"/>
          </a:solidFill>
          <a:ln w="0">
            <a:solidFill>
              <a:srgbClr val="213038"/>
            </a:solidFill>
            <a:prstDash val="solid"/>
          </a:ln>
        </p:spPr>
      </p:sp>
      <p:sp>
        <p:nvSpPr>
          <p:cNvPr id="16" name="Retângulo 15">
            <a:extLst>
              <a:ext uri="{FF2B5EF4-FFF2-40B4-BE49-F238E27FC236}">
                <a16:creationId xmlns:a16="http://schemas.microsoft.com/office/drawing/2014/main" id="{E2A1F5BA-3E73-4178-8531-693BD751743C}"/>
              </a:ext>
            </a:extLst>
          </p:cNvPr>
          <p:cNvSpPr>
            <a:spLocks noGrp="1"/>
          </p:cNvSpPr>
          <p:nvPr/>
        </p:nvSpPr>
        <p:spPr>
          <a:xfrm>
            <a:off x="9563100" y="2209800"/>
            <a:ext cx="514350" cy="514350"/>
          </a:xfrm>
          <a:prstGeom prst="rect">
            <a:avLst/>
          </a:prstGeom>
          <a:solidFill>
            <a:srgbClr val="285B58"/>
          </a:solidFill>
          <a:ln w="19050">
            <a:solidFill>
              <a:srgbClr val="14796F"/>
            </a:solidFill>
            <a:prstDash val="solid"/>
          </a:ln>
        </p:spPr>
      </p:sp>
      <p:sp>
        <p:nvSpPr>
          <p:cNvPr id="17" name="Retângulo 16">
            <a:extLst>
              <a:ext uri="{FF2B5EF4-FFF2-40B4-BE49-F238E27FC236}">
                <a16:creationId xmlns:a16="http://schemas.microsoft.com/office/drawing/2014/main" id="{06283AE3-4EF2-4065-BDD0-61F66D72250C}"/>
              </a:ext>
            </a:extLst>
          </p:cNvPr>
          <p:cNvSpPr>
            <a:spLocks noGrp="1"/>
          </p:cNvSpPr>
          <p:nvPr/>
        </p:nvSpPr>
        <p:spPr>
          <a:xfrm>
            <a:off x="10106025" y="2209800"/>
            <a:ext cx="514350" cy="514350"/>
          </a:xfrm>
          <a:prstGeom prst="rect">
            <a:avLst/>
          </a:prstGeom>
          <a:solidFill>
            <a:srgbClr val="213038"/>
          </a:solidFill>
          <a:ln w="0">
            <a:solidFill>
              <a:srgbClr val="213038"/>
            </a:solidFill>
            <a:prstDash val="solid"/>
          </a:ln>
        </p:spPr>
      </p:sp>
      <p:sp>
        <p:nvSpPr>
          <p:cNvPr id="18" name="Retângulo 17">
            <a:extLst>
              <a:ext uri="{FF2B5EF4-FFF2-40B4-BE49-F238E27FC236}">
                <a16:creationId xmlns:a16="http://schemas.microsoft.com/office/drawing/2014/main" id="{C3174C6D-5F26-4E93-A361-19020DB6F9A0}"/>
              </a:ext>
            </a:extLst>
          </p:cNvPr>
          <p:cNvSpPr>
            <a:spLocks noGrp="1"/>
          </p:cNvSpPr>
          <p:nvPr/>
        </p:nvSpPr>
        <p:spPr>
          <a:xfrm>
            <a:off x="10648950" y="2209800"/>
            <a:ext cx="514350" cy="514350"/>
          </a:xfrm>
          <a:prstGeom prst="rect">
            <a:avLst/>
          </a:prstGeom>
          <a:solidFill>
            <a:srgbClr val="E9EDE9"/>
          </a:solidFill>
          <a:ln w="19050">
            <a:solidFill>
              <a:srgbClr val="DFE4E0"/>
            </a:solidFill>
            <a:prstDash val="solid"/>
          </a:ln>
        </p:spPr>
      </p:sp>
      <p:sp>
        <p:nvSpPr>
          <p:cNvPr id="19" name="Retângulo 18">
            <a:extLst>
              <a:ext uri="{FF2B5EF4-FFF2-40B4-BE49-F238E27FC236}">
                <a16:creationId xmlns:a16="http://schemas.microsoft.com/office/drawing/2014/main" id="{86962BC0-85A9-44AF-B6C4-27B7723C8523}"/>
              </a:ext>
            </a:extLst>
          </p:cNvPr>
          <p:cNvSpPr>
            <a:spLocks noGrp="1"/>
          </p:cNvSpPr>
          <p:nvPr/>
        </p:nvSpPr>
        <p:spPr>
          <a:xfrm>
            <a:off x="8477250" y="2752725"/>
            <a:ext cx="514350" cy="514350"/>
          </a:xfrm>
          <a:prstGeom prst="rect">
            <a:avLst/>
          </a:prstGeom>
          <a:solidFill>
            <a:srgbClr val="213038"/>
          </a:solidFill>
          <a:ln w="0">
            <a:solidFill>
              <a:srgbClr val="213038"/>
            </a:solidFill>
            <a:prstDash val="solid"/>
          </a:ln>
        </p:spPr>
      </p:sp>
      <p:sp>
        <p:nvSpPr>
          <p:cNvPr id="20" name="Retângulo 19">
            <a:extLst>
              <a:ext uri="{FF2B5EF4-FFF2-40B4-BE49-F238E27FC236}">
                <a16:creationId xmlns:a16="http://schemas.microsoft.com/office/drawing/2014/main" id="{3810F1EA-EF86-4632-8765-722069F01CCD}"/>
              </a:ext>
            </a:extLst>
          </p:cNvPr>
          <p:cNvSpPr>
            <a:spLocks noGrp="1"/>
          </p:cNvSpPr>
          <p:nvPr/>
        </p:nvSpPr>
        <p:spPr>
          <a:xfrm>
            <a:off x="9020175" y="2752725"/>
            <a:ext cx="514350" cy="514350"/>
          </a:xfrm>
          <a:prstGeom prst="rect">
            <a:avLst/>
          </a:prstGeom>
          <a:solidFill>
            <a:srgbClr val="E9EDE9"/>
          </a:solidFill>
          <a:ln w="19050">
            <a:solidFill>
              <a:srgbClr val="DFE4E0"/>
            </a:solidFill>
            <a:prstDash val="solid"/>
          </a:ln>
        </p:spPr>
      </p:sp>
      <p:sp>
        <p:nvSpPr>
          <p:cNvPr id="21" name="Retângulo 20">
            <a:extLst>
              <a:ext uri="{FF2B5EF4-FFF2-40B4-BE49-F238E27FC236}">
                <a16:creationId xmlns:a16="http://schemas.microsoft.com/office/drawing/2014/main" id="{6D245212-1005-4712-9C2A-32E67BF4915C}"/>
              </a:ext>
            </a:extLst>
          </p:cNvPr>
          <p:cNvSpPr>
            <a:spLocks noGrp="1"/>
          </p:cNvSpPr>
          <p:nvPr/>
        </p:nvSpPr>
        <p:spPr>
          <a:xfrm>
            <a:off x="9563100" y="2752725"/>
            <a:ext cx="514350" cy="514350"/>
          </a:xfrm>
          <a:prstGeom prst="rect">
            <a:avLst/>
          </a:prstGeom>
          <a:solidFill>
            <a:srgbClr val="285B58"/>
          </a:solidFill>
          <a:ln w="19050">
            <a:solidFill>
              <a:srgbClr val="14796F"/>
            </a:solidFill>
            <a:prstDash val="solid"/>
          </a:ln>
        </p:spPr>
      </p:sp>
      <p:sp>
        <p:nvSpPr>
          <p:cNvPr id="22" name="Retângulo 21">
            <a:extLst>
              <a:ext uri="{FF2B5EF4-FFF2-40B4-BE49-F238E27FC236}">
                <a16:creationId xmlns:a16="http://schemas.microsoft.com/office/drawing/2014/main" id="{50BA7E97-9996-4C3C-910D-83719D32FEA2}"/>
              </a:ext>
            </a:extLst>
          </p:cNvPr>
          <p:cNvSpPr>
            <a:spLocks noGrp="1"/>
          </p:cNvSpPr>
          <p:nvPr/>
        </p:nvSpPr>
        <p:spPr>
          <a:xfrm>
            <a:off x="10106025" y="2752725"/>
            <a:ext cx="514350" cy="514350"/>
          </a:xfrm>
          <a:prstGeom prst="rect">
            <a:avLst/>
          </a:prstGeom>
          <a:solidFill>
            <a:srgbClr val="285B58"/>
          </a:solidFill>
          <a:ln w="19050">
            <a:solidFill>
              <a:srgbClr val="14796F"/>
            </a:solidFill>
            <a:prstDash val="solid"/>
          </a:ln>
        </p:spPr>
      </p:sp>
      <p:sp>
        <p:nvSpPr>
          <p:cNvPr id="23" name="Retângulo 22">
            <a:extLst>
              <a:ext uri="{FF2B5EF4-FFF2-40B4-BE49-F238E27FC236}">
                <a16:creationId xmlns:a16="http://schemas.microsoft.com/office/drawing/2014/main" id="{8A93DF51-B4C7-45CD-A9DE-012C1F4E240D}"/>
              </a:ext>
            </a:extLst>
          </p:cNvPr>
          <p:cNvSpPr>
            <a:spLocks noGrp="1"/>
          </p:cNvSpPr>
          <p:nvPr/>
        </p:nvSpPr>
        <p:spPr>
          <a:xfrm>
            <a:off x="10648950" y="2752725"/>
            <a:ext cx="514350" cy="514350"/>
          </a:xfrm>
          <a:prstGeom prst="rect">
            <a:avLst/>
          </a:prstGeom>
          <a:solidFill>
            <a:srgbClr val="285B58"/>
          </a:solidFill>
          <a:ln w="19050">
            <a:solidFill>
              <a:srgbClr val="14796F"/>
            </a:solidFill>
            <a:prstDash val="solid"/>
          </a:ln>
        </p:spPr>
      </p:sp>
      <p:sp>
        <p:nvSpPr>
          <p:cNvPr id="24" name="Retângulo 23">
            <a:extLst>
              <a:ext uri="{FF2B5EF4-FFF2-40B4-BE49-F238E27FC236}">
                <a16:creationId xmlns:a16="http://schemas.microsoft.com/office/drawing/2014/main" id="{663FBBF4-A0D1-4058-A27A-D23E9EBB3061}"/>
              </a:ext>
            </a:extLst>
          </p:cNvPr>
          <p:cNvSpPr>
            <a:spLocks noGrp="1"/>
          </p:cNvSpPr>
          <p:nvPr/>
        </p:nvSpPr>
        <p:spPr>
          <a:xfrm>
            <a:off x="8477250" y="3295650"/>
            <a:ext cx="514350" cy="514350"/>
          </a:xfrm>
          <a:prstGeom prst="rect">
            <a:avLst/>
          </a:prstGeom>
          <a:solidFill>
            <a:srgbClr val="213038"/>
          </a:solidFill>
          <a:ln w="0">
            <a:solidFill>
              <a:srgbClr val="213038"/>
            </a:solidFill>
            <a:prstDash val="solid"/>
          </a:ln>
        </p:spPr>
      </p:sp>
      <p:sp>
        <p:nvSpPr>
          <p:cNvPr id="25" name="Retângulo 24">
            <a:extLst>
              <a:ext uri="{FF2B5EF4-FFF2-40B4-BE49-F238E27FC236}">
                <a16:creationId xmlns:a16="http://schemas.microsoft.com/office/drawing/2014/main" id="{9C736FC9-BF50-4FED-9778-F8DAFE879588}"/>
              </a:ext>
            </a:extLst>
          </p:cNvPr>
          <p:cNvSpPr>
            <a:spLocks noGrp="1"/>
          </p:cNvSpPr>
          <p:nvPr/>
        </p:nvSpPr>
        <p:spPr>
          <a:xfrm>
            <a:off x="9020175" y="3295650"/>
            <a:ext cx="514350" cy="514350"/>
          </a:xfrm>
          <a:prstGeom prst="rect">
            <a:avLst/>
          </a:prstGeom>
          <a:solidFill>
            <a:srgbClr val="213038"/>
          </a:solidFill>
          <a:ln w="0">
            <a:solidFill>
              <a:srgbClr val="213038"/>
            </a:solidFill>
            <a:prstDash val="solid"/>
          </a:ln>
        </p:spPr>
      </p:sp>
      <p:sp>
        <p:nvSpPr>
          <p:cNvPr id="26" name="Retângulo 25">
            <a:extLst>
              <a:ext uri="{FF2B5EF4-FFF2-40B4-BE49-F238E27FC236}">
                <a16:creationId xmlns:a16="http://schemas.microsoft.com/office/drawing/2014/main" id="{33A4B79D-BA89-4742-9D58-BA98292BB9AE}"/>
              </a:ext>
            </a:extLst>
          </p:cNvPr>
          <p:cNvSpPr>
            <a:spLocks noGrp="1"/>
          </p:cNvSpPr>
          <p:nvPr/>
        </p:nvSpPr>
        <p:spPr>
          <a:xfrm>
            <a:off x="9563100" y="3295650"/>
            <a:ext cx="514350" cy="514350"/>
          </a:xfrm>
          <a:prstGeom prst="rect">
            <a:avLst/>
          </a:prstGeom>
          <a:solidFill>
            <a:srgbClr val="213038"/>
          </a:solidFill>
          <a:ln w="0">
            <a:solidFill>
              <a:srgbClr val="213038"/>
            </a:solidFill>
            <a:prstDash val="solid"/>
          </a:ln>
        </p:spPr>
      </p:sp>
      <p:sp>
        <p:nvSpPr>
          <p:cNvPr id="27" name="Retângulo 26">
            <a:extLst>
              <a:ext uri="{FF2B5EF4-FFF2-40B4-BE49-F238E27FC236}">
                <a16:creationId xmlns:a16="http://schemas.microsoft.com/office/drawing/2014/main" id="{F10643F0-B545-4E5F-AA36-A3E1900E7AF5}"/>
              </a:ext>
            </a:extLst>
          </p:cNvPr>
          <p:cNvSpPr>
            <a:spLocks noGrp="1"/>
          </p:cNvSpPr>
          <p:nvPr/>
        </p:nvSpPr>
        <p:spPr>
          <a:xfrm>
            <a:off x="10106025" y="3295650"/>
            <a:ext cx="514350" cy="514350"/>
          </a:xfrm>
          <a:prstGeom prst="rect">
            <a:avLst/>
          </a:prstGeom>
          <a:solidFill>
            <a:srgbClr val="213038"/>
          </a:solidFill>
          <a:ln w="0">
            <a:solidFill>
              <a:srgbClr val="213038"/>
            </a:solidFill>
            <a:prstDash val="solid"/>
          </a:ln>
        </p:spPr>
      </p:sp>
      <p:sp>
        <p:nvSpPr>
          <p:cNvPr id="28" name="Retângulo 27">
            <a:extLst>
              <a:ext uri="{FF2B5EF4-FFF2-40B4-BE49-F238E27FC236}">
                <a16:creationId xmlns:a16="http://schemas.microsoft.com/office/drawing/2014/main" id="{36DC1CF4-4EA9-4F9F-8F58-8C085B40DA93}"/>
              </a:ext>
            </a:extLst>
          </p:cNvPr>
          <p:cNvSpPr>
            <a:spLocks noGrp="1"/>
          </p:cNvSpPr>
          <p:nvPr/>
        </p:nvSpPr>
        <p:spPr>
          <a:xfrm>
            <a:off x="10648950" y="3295650"/>
            <a:ext cx="514350" cy="514350"/>
          </a:xfrm>
          <a:prstGeom prst="rect">
            <a:avLst/>
          </a:prstGeom>
          <a:solidFill>
            <a:srgbClr val="285B58"/>
          </a:solidFill>
          <a:ln w="19050">
            <a:solidFill>
              <a:srgbClr val="14796F"/>
            </a:solidFill>
            <a:prstDash val="solid"/>
          </a:ln>
        </p:spPr>
      </p:sp>
      <p:sp>
        <p:nvSpPr>
          <p:cNvPr id="29" name="Retângulo 28">
            <a:extLst>
              <a:ext uri="{FF2B5EF4-FFF2-40B4-BE49-F238E27FC236}">
                <a16:creationId xmlns:a16="http://schemas.microsoft.com/office/drawing/2014/main" id="{AFF7B8AE-9AC7-4347-A698-4D3A3D2FCC23}"/>
              </a:ext>
            </a:extLst>
          </p:cNvPr>
          <p:cNvSpPr>
            <a:spLocks noGrp="1"/>
          </p:cNvSpPr>
          <p:nvPr/>
        </p:nvSpPr>
        <p:spPr>
          <a:xfrm>
            <a:off x="704850" y="4857750"/>
            <a:ext cx="69532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defRPr sz="1425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Gabriel Alvise Schenorberger · Gustavo Augusto Costa</a:t>
            </a:r>
          </a:p>
        </p:txBody>
      </p:sp>
      <p:sp>
        <p:nvSpPr>
          <p:cNvPr id="30" name="Retângulo 29">
            <a:extLst>
              <a:ext uri="{FF2B5EF4-FFF2-40B4-BE49-F238E27FC236}">
                <a16:creationId xmlns:a16="http://schemas.microsoft.com/office/drawing/2014/main" id="{BFEA2379-84FB-4A6C-A53E-AD9B852A8AAD}"/>
              </a:ext>
            </a:extLst>
          </p:cNvPr>
          <p:cNvSpPr>
            <a:spLocks noGrp="1"/>
          </p:cNvSpPr>
          <p:nvPr/>
        </p:nvSpPr>
        <p:spPr>
          <a:xfrm>
            <a:off x="704850" y="5191125"/>
            <a:ext cx="69532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defRPr sz="1425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João Gabriel Gnoatto · Pedro Henrique Honório</a:t>
            </a:r>
          </a:p>
        </p:txBody>
      </p:sp>
      <p:sp>
        <p:nvSpPr>
          <p:cNvPr id="31" name="Retângulo 30">
            <a:extLst>
              <a:ext uri="{FF2B5EF4-FFF2-40B4-BE49-F238E27FC236}">
                <a16:creationId xmlns:a16="http://schemas.microsoft.com/office/drawing/2014/main" id="{3F7811F0-70A8-498D-A928-219789538C53}"/>
              </a:ext>
            </a:extLst>
          </p:cNvPr>
          <p:cNvSpPr>
            <a:spLocks noGrp="1"/>
          </p:cNvSpPr>
          <p:nvPr/>
        </p:nvSpPr>
        <p:spPr>
          <a:xfrm>
            <a:off x="704850" y="5924550"/>
            <a:ext cx="69532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defRPr sz="1275" b="0">
                <a:solidFill>
                  <a:srgbClr val="91AAAE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91AAAE"/>
                </a:solidFill>
                <a:latin typeface="Arial"/>
                <a:ea typeface="Arial"/>
                <a:cs typeface="Arial"/>
              </a:rPr>
              <a:t>Engenharia de Software · FAG</a:t>
            </a:r>
          </a:p>
        </p:txBody>
      </p:sp>
    </p:spTree>
    <p:extLst>
      <p:ext uri="{BB962C8B-B14F-4D97-AF65-F5344CB8AC3E}">
        <p14:creationId xmlns:p14="http://schemas.microsoft.com/office/powerpoint/2010/main" val="202505973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4E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Retângulo 37">
            <a:extLst>
              <a:ext uri="{FF2B5EF4-FFF2-40B4-BE49-F238E27FC236}">
                <a16:creationId xmlns:a16="http://schemas.microsoft.com/office/drawing/2014/main" id="{4B1737FE-5EAF-4F4D-8469-224BDDFAA3DF}"/>
              </a:ext>
            </a:extLst>
          </p:cNvPr>
          <p:cNvSpPr>
            <a:spLocks noGrp="1"/>
          </p:cNvSpPr>
          <p:nvPr/>
        </p:nvSpPr>
        <p:spPr>
          <a:xfrm>
            <a:off x="704850" y="400050"/>
            <a:ext cx="10668000" cy="590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defRPr sz="2700" b="1">
                <a:solidFill>
                  <a:srgbClr val="17242B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17242B"/>
                </a:solidFill>
                <a:latin typeface="Arial"/>
                <a:ea typeface="Arial"/>
                <a:cs typeface="Arial"/>
              </a:rPr>
              <a:t>O problema: encontrar a saída</a:t>
            </a:r>
          </a:p>
        </p:txBody>
      </p:sp>
      <p:sp>
        <p:nvSpPr>
          <p:cNvPr id="2" name="Retângulo 1">
            <a:extLst>
              <a:ext uri="{FF2B5EF4-FFF2-40B4-BE49-F238E27FC236}">
                <a16:creationId xmlns:a16="http://schemas.microsoft.com/office/drawing/2014/main" id="{071C53BE-EA4B-496B-8699-578C3CB3AAA5}"/>
              </a:ext>
            </a:extLst>
          </p:cNvPr>
          <p:cNvSpPr>
            <a:spLocks noGrp="1"/>
          </p:cNvSpPr>
          <p:nvPr/>
        </p:nvSpPr>
        <p:spPr>
          <a:xfrm>
            <a:off x="704850" y="6286500"/>
            <a:ext cx="10782300" cy="9525"/>
          </a:xfrm>
          <a:prstGeom prst="rect">
            <a:avLst/>
          </a:prstGeom>
          <a:solidFill>
            <a:srgbClr val="DFE4E0"/>
          </a:solidFill>
          <a:ln w="0">
            <a:noFill/>
            <a:prstDash val="solid"/>
          </a:ln>
        </p:spPr>
      </p:sp>
      <p:sp>
        <p:nvSpPr>
          <p:cNvPr id="3" name="Retângulo 2">
            <a:extLst>
              <a:ext uri="{FF2B5EF4-FFF2-40B4-BE49-F238E27FC236}">
                <a16:creationId xmlns:a16="http://schemas.microsoft.com/office/drawing/2014/main" id="{1EFD0146-8ED1-43CA-B9A2-8AE9B081C0B0}"/>
              </a:ext>
            </a:extLst>
          </p:cNvPr>
          <p:cNvSpPr>
            <a:spLocks noGrp="1"/>
          </p:cNvSpPr>
          <p:nvPr/>
        </p:nvSpPr>
        <p:spPr>
          <a:xfrm>
            <a:off x="11087100" y="6381750"/>
            <a:ext cx="4000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r">
              <a:defRPr sz="1050" b="0">
                <a:solidFill>
                  <a:srgbClr val="5E6A70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5E6A70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4" name="Retângulo 3">
            <a:extLst>
              <a:ext uri="{FF2B5EF4-FFF2-40B4-BE49-F238E27FC236}">
                <a16:creationId xmlns:a16="http://schemas.microsoft.com/office/drawing/2014/main" id="{0991316E-79D4-41E9-B4F3-C936E15C2869}"/>
              </a:ext>
            </a:extLst>
          </p:cNvPr>
          <p:cNvSpPr>
            <a:spLocks noGrp="1"/>
          </p:cNvSpPr>
          <p:nvPr/>
        </p:nvSpPr>
        <p:spPr>
          <a:xfrm>
            <a:off x="914400" y="1571625"/>
            <a:ext cx="733425" cy="733425"/>
          </a:xfrm>
          <a:prstGeom prst="rect">
            <a:avLst/>
          </a:prstGeom>
          <a:solidFill>
            <a:srgbClr val="00B050"/>
          </a:solidFill>
          <a:ln w="19050">
            <a:solidFill>
              <a:srgbClr val="DFE4E0"/>
            </a:solidFill>
            <a:prstDash val="solid"/>
          </a:ln>
        </p:spPr>
      </p:sp>
      <p:sp>
        <p:nvSpPr>
          <p:cNvPr id="5" name="Retângulo 4">
            <a:extLst>
              <a:ext uri="{FF2B5EF4-FFF2-40B4-BE49-F238E27FC236}">
                <a16:creationId xmlns:a16="http://schemas.microsoft.com/office/drawing/2014/main" id="{57FE8FF3-2511-4E16-8761-A36B8E3EACE5}"/>
              </a:ext>
            </a:extLst>
          </p:cNvPr>
          <p:cNvSpPr>
            <a:spLocks noGrp="1"/>
          </p:cNvSpPr>
          <p:nvPr/>
        </p:nvSpPr>
        <p:spPr>
          <a:xfrm>
            <a:off x="914400" y="1571625"/>
            <a:ext cx="733425" cy="7334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defRPr sz="2160" b="1">
                <a:solidFill>
                  <a:srgbClr val="14796F"/>
                </a:solidFill>
                <a:latin typeface="Arial"/>
                <a:ea typeface="Arial"/>
                <a:cs typeface="Arial"/>
              </a:defRPr>
            </a:pPr>
            <a:r>
              <a:rPr sz="2160" b="1" dirty="0">
                <a:solidFill>
                  <a:schemeClr val="bg1"/>
                </a:solidFill>
                <a:latin typeface="Arial"/>
                <a:ea typeface="Arial"/>
                <a:cs typeface="Arial"/>
              </a:rPr>
              <a:t>I</a:t>
            </a:r>
          </a:p>
        </p:txBody>
      </p:sp>
      <p:sp>
        <p:nvSpPr>
          <p:cNvPr id="6" name="Retângulo 5">
            <a:extLst>
              <a:ext uri="{FF2B5EF4-FFF2-40B4-BE49-F238E27FC236}">
                <a16:creationId xmlns:a16="http://schemas.microsoft.com/office/drawing/2014/main" id="{D1319841-A49D-4D18-B455-6B0BEA3B56A4}"/>
              </a:ext>
            </a:extLst>
          </p:cNvPr>
          <p:cNvSpPr>
            <a:spLocks noGrp="1"/>
          </p:cNvSpPr>
          <p:nvPr/>
        </p:nvSpPr>
        <p:spPr>
          <a:xfrm>
            <a:off x="1676400" y="1571625"/>
            <a:ext cx="733425" cy="733425"/>
          </a:xfrm>
          <a:prstGeom prst="rect">
            <a:avLst/>
          </a:prstGeom>
          <a:solidFill>
            <a:srgbClr val="213038"/>
          </a:solidFill>
          <a:ln w="0">
            <a:solidFill>
              <a:srgbClr val="213038"/>
            </a:solidFill>
            <a:prstDash val="solid"/>
          </a:ln>
        </p:spPr>
      </p:sp>
      <p:sp>
        <p:nvSpPr>
          <p:cNvPr id="7" name="Retângulo 6">
            <a:extLst>
              <a:ext uri="{FF2B5EF4-FFF2-40B4-BE49-F238E27FC236}">
                <a16:creationId xmlns:a16="http://schemas.microsoft.com/office/drawing/2014/main" id="{F7D0FA65-42C9-471C-8E6F-0945523656FB}"/>
              </a:ext>
            </a:extLst>
          </p:cNvPr>
          <p:cNvSpPr>
            <a:spLocks noGrp="1"/>
          </p:cNvSpPr>
          <p:nvPr/>
        </p:nvSpPr>
        <p:spPr>
          <a:xfrm>
            <a:off x="2438400" y="1571625"/>
            <a:ext cx="733425" cy="733425"/>
          </a:xfrm>
          <a:prstGeom prst="rect">
            <a:avLst/>
          </a:prstGeom>
          <a:solidFill>
            <a:srgbClr val="213038"/>
          </a:solidFill>
          <a:ln w="0">
            <a:solidFill>
              <a:srgbClr val="213038"/>
            </a:solidFill>
            <a:prstDash val="solid"/>
          </a:ln>
        </p:spPr>
      </p:sp>
      <p:sp>
        <p:nvSpPr>
          <p:cNvPr id="8" name="Retângulo 7">
            <a:extLst>
              <a:ext uri="{FF2B5EF4-FFF2-40B4-BE49-F238E27FC236}">
                <a16:creationId xmlns:a16="http://schemas.microsoft.com/office/drawing/2014/main" id="{43AEB30A-D305-45AE-863B-9F78CF6EFEBB}"/>
              </a:ext>
            </a:extLst>
          </p:cNvPr>
          <p:cNvSpPr>
            <a:spLocks noGrp="1"/>
          </p:cNvSpPr>
          <p:nvPr/>
        </p:nvSpPr>
        <p:spPr>
          <a:xfrm>
            <a:off x="3200400" y="1571625"/>
            <a:ext cx="733425" cy="733425"/>
          </a:xfrm>
          <a:prstGeom prst="rect">
            <a:avLst/>
          </a:prstGeom>
          <a:solidFill>
            <a:srgbClr val="213038"/>
          </a:solidFill>
          <a:ln w="0">
            <a:solidFill>
              <a:srgbClr val="213038"/>
            </a:solidFill>
            <a:prstDash val="solid"/>
          </a:ln>
        </p:spPr>
      </p:sp>
      <p:sp>
        <p:nvSpPr>
          <p:cNvPr id="9" name="Retângulo 8">
            <a:extLst>
              <a:ext uri="{FF2B5EF4-FFF2-40B4-BE49-F238E27FC236}">
                <a16:creationId xmlns:a16="http://schemas.microsoft.com/office/drawing/2014/main" id="{5D93E901-DD56-430C-985D-DA3472015DFD}"/>
              </a:ext>
            </a:extLst>
          </p:cNvPr>
          <p:cNvSpPr>
            <a:spLocks noGrp="1"/>
          </p:cNvSpPr>
          <p:nvPr/>
        </p:nvSpPr>
        <p:spPr>
          <a:xfrm>
            <a:off x="3962400" y="1571625"/>
            <a:ext cx="733425" cy="733425"/>
          </a:xfrm>
          <a:prstGeom prst="rect">
            <a:avLst/>
          </a:prstGeom>
          <a:solidFill>
            <a:srgbClr val="213038"/>
          </a:solidFill>
          <a:ln w="0">
            <a:solidFill>
              <a:srgbClr val="213038"/>
            </a:solidFill>
            <a:prstDash val="solid"/>
          </a:ln>
        </p:spPr>
      </p:sp>
      <p:sp>
        <p:nvSpPr>
          <p:cNvPr id="10" name="Retângulo 9">
            <a:extLst>
              <a:ext uri="{FF2B5EF4-FFF2-40B4-BE49-F238E27FC236}">
                <a16:creationId xmlns:a16="http://schemas.microsoft.com/office/drawing/2014/main" id="{5F2E72E9-57A2-4710-A895-0E0DADAD66F0}"/>
              </a:ext>
            </a:extLst>
          </p:cNvPr>
          <p:cNvSpPr>
            <a:spLocks noGrp="1"/>
          </p:cNvSpPr>
          <p:nvPr/>
        </p:nvSpPr>
        <p:spPr>
          <a:xfrm>
            <a:off x="914400" y="2333625"/>
            <a:ext cx="733425" cy="733425"/>
          </a:xfrm>
          <a:prstGeom prst="rect">
            <a:avLst/>
          </a:prstGeom>
          <a:solidFill>
            <a:srgbClr val="00B050"/>
          </a:solidFill>
          <a:ln w="19050">
            <a:solidFill>
              <a:srgbClr val="DFE4E0"/>
            </a:solidFill>
            <a:prstDash val="solid"/>
          </a:ln>
        </p:spPr>
      </p:sp>
      <p:sp>
        <p:nvSpPr>
          <p:cNvPr id="11" name="Retângulo 10">
            <a:extLst>
              <a:ext uri="{FF2B5EF4-FFF2-40B4-BE49-F238E27FC236}">
                <a16:creationId xmlns:a16="http://schemas.microsoft.com/office/drawing/2014/main" id="{1FA92AE3-D7AE-47AC-87CB-345D723185F8}"/>
              </a:ext>
            </a:extLst>
          </p:cNvPr>
          <p:cNvSpPr>
            <a:spLocks noGrp="1"/>
          </p:cNvSpPr>
          <p:nvPr/>
        </p:nvSpPr>
        <p:spPr>
          <a:xfrm>
            <a:off x="1676400" y="2333625"/>
            <a:ext cx="733425" cy="733425"/>
          </a:xfrm>
          <a:prstGeom prst="rect">
            <a:avLst/>
          </a:prstGeom>
          <a:solidFill>
            <a:srgbClr val="00B050"/>
          </a:solidFill>
          <a:ln w="19050">
            <a:solidFill>
              <a:srgbClr val="DFE4E0"/>
            </a:solidFill>
            <a:prstDash val="solid"/>
          </a:ln>
        </p:spPr>
      </p:sp>
      <p:sp>
        <p:nvSpPr>
          <p:cNvPr id="12" name="Retângulo 11">
            <a:extLst>
              <a:ext uri="{FF2B5EF4-FFF2-40B4-BE49-F238E27FC236}">
                <a16:creationId xmlns:a16="http://schemas.microsoft.com/office/drawing/2014/main" id="{32303B30-4CD4-44C7-8208-452A54479053}"/>
              </a:ext>
            </a:extLst>
          </p:cNvPr>
          <p:cNvSpPr>
            <a:spLocks noGrp="1"/>
          </p:cNvSpPr>
          <p:nvPr/>
        </p:nvSpPr>
        <p:spPr>
          <a:xfrm>
            <a:off x="2438400" y="2333625"/>
            <a:ext cx="733425" cy="733425"/>
          </a:xfrm>
          <a:prstGeom prst="rect">
            <a:avLst/>
          </a:prstGeom>
          <a:solidFill>
            <a:srgbClr val="00B050"/>
          </a:solidFill>
          <a:ln w="19050">
            <a:solidFill>
              <a:srgbClr val="DFE4E0"/>
            </a:solidFill>
            <a:prstDash val="solid"/>
          </a:ln>
        </p:spPr>
        <p:txBody>
          <a:bodyPr/>
          <a:lstStyle/>
          <a:p>
            <a:endParaRPr lang="pt-BR" dirty="0"/>
          </a:p>
        </p:txBody>
      </p:sp>
      <p:sp>
        <p:nvSpPr>
          <p:cNvPr id="13" name="Retângulo 12">
            <a:extLst>
              <a:ext uri="{FF2B5EF4-FFF2-40B4-BE49-F238E27FC236}">
                <a16:creationId xmlns:a16="http://schemas.microsoft.com/office/drawing/2014/main" id="{62D73C8D-FE5A-4673-96E9-6131BBA967FB}"/>
              </a:ext>
            </a:extLst>
          </p:cNvPr>
          <p:cNvSpPr>
            <a:spLocks noGrp="1"/>
          </p:cNvSpPr>
          <p:nvPr/>
        </p:nvSpPr>
        <p:spPr>
          <a:xfrm>
            <a:off x="3200400" y="2333625"/>
            <a:ext cx="733425" cy="733425"/>
          </a:xfrm>
          <a:prstGeom prst="rect">
            <a:avLst/>
          </a:prstGeom>
          <a:solidFill>
            <a:srgbClr val="213038"/>
          </a:solidFill>
          <a:ln w="0">
            <a:solidFill>
              <a:srgbClr val="213038"/>
            </a:solidFill>
            <a:prstDash val="solid"/>
          </a:ln>
        </p:spPr>
      </p:sp>
      <p:sp>
        <p:nvSpPr>
          <p:cNvPr id="14" name="Retângulo 13">
            <a:extLst>
              <a:ext uri="{FF2B5EF4-FFF2-40B4-BE49-F238E27FC236}">
                <a16:creationId xmlns:a16="http://schemas.microsoft.com/office/drawing/2014/main" id="{4CE15DB7-E2F9-4EFB-99F2-1E758DE57E39}"/>
              </a:ext>
            </a:extLst>
          </p:cNvPr>
          <p:cNvSpPr>
            <a:spLocks noGrp="1"/>
          </p:cNvSpPr>
          <p:nvPr/>
        </p:nvSpPr>
        <p:spPr>
          <a:xfrm>
            <a:off x="3962400" y="2333625"/>
            <a:ext cx="733425" cy="733425"/>
          </a:xfrm>
          <a:prstGeom prst="rect">
            <a:avLst/>
          </a:prstGeom>
          <a:solidFill>
            <a:srgbClr val="00B050"/>
          </a:solidFill>
          <a:ln w="19050">
            <a:solidFill>
              <a:srgbClr val="DFE4E0"/>
            </a:solidFill>
            <a:prstDash val="solid"/>
          </a:ln>
        </p:spPr>
      </p:sp>
      <p:sp>
        <p:nvSpPr>
          <p:cNvPr id="15" name="Retângulo 14">
            <a:extLst>
              <a:ext uri="{FF2B5EF4-FFF2-40B4-BE49-F238E27FC236}">
                <a16:creationId xmlns:a16="http://schemas.microsoft.com/office/drawing/2014/main" id="{6DC26DC9-0B40-4B88-932E-7155915D198D}"/>
              </a:ext>
            </a:extLst>
          </p:cNvPr>
          <p:cNvSpPr>
            <a:spLocks noGrp="1"/>
          </p:cNvSpPr>
          <p:nvPr/>
        </p:nvSpPr>
        <p:spPr>
          <a:xfrm>
            <a:off x="914400" y="3095625"/>
            <a:ext cx="733425" cy="733425"/>
          </a:xfrm>
          <a:prstGeom prst="rect">
            <a:avLst/>
          </a:prstGeom>
          <a:solidFill>
            <a:srgbClr val="213038"/>
          </a:solidFill>
          <a:ln w="0">
            <a:solidFill>
              <a:srgbClr val="213038"/>
            </a:solidFill>
            <a:prstDash val="solid"/>
          </a:ln>
        </p:spPr>
      </p:sp>
      <p:sp>
        <p:nvSpPr>
          <p:cNvPr id="16" name="Retângulo 15">
            <a:extLst>
              <a:ext uri="{FF2B5EF4-FFF2-40B4-BE49-F238E27FC236}">
                <a16:creationId xmlns:a16="http://schemas.microsoft.com/office/drawing/2014/main" id="{B34E2B9D-2E14-462A-97F4-78C44B854720}"/>
              </a:ext>
            </a:extLst>
          </p:cNvPr>
          <p:cNvSpPr>
            <a:spLocks noGrp="1"/>
          </p:cNvSpPr>
          <p:nvPr/>
        </p:nvSpPr>
        <p:spPr>
          <a:xfrm>
            <a:off x="1676400" y="3095625"/>
            <a:ext cx="733425" cy="733425"/>
          </a:xfrm>
          <a:prstGeom prst="rect">
            <a:avLst/>
          </a:prstGeom>
          <a:solidFill>
            <a:srgbClr val="213038"/>
          </a:solidFill>
          <a:ln w="0">
            <a:solidFill>
              <a:srgbClr val="213038"/>
            </a:solidFill>
            <a:prstDash val="solid"/>
          </a:ln>
        </p:spPr>
      </p:sp>
      <p:sp>
        <p:nvSpPr>
          <p:cNvPr id="17" name="Retângulo 16">
            <a:extLst>
              <a:ext uri="{FF2B5EF4-FFF2-40B4-BE49-F238E27FC236}">
                <a16:creationId xmlns:a16="http://schemas.microsoft.com/office/drawing/2014/main" id="{BAD648ED-4CF3-4D79-975E-6A568F9B0726}"/>
              </a:ext>
            </a:extLst>
          </p:cNvPr>
          <p:cNvSpPr>
            <a:spLocks noGrp="1"/>
          </p:cNvSpPr>
          <p:nvPr/>
        </p:nvSpPr>
        <p:spPr>
          <a:xfrm>
            <a:off x="2438400" y="3095625"/>
            <a:ext cx="733425" cy="733425"/>
          </a:xfrm>
          <a:prstGeom prst="rect">
            <a:avLst/>
          </a:prstGeom>
          <a:solidFill>
            <a:srgbClr val="00B050"/>
          </a:solidFill>
          <a:ln w="19050">
            <a:solidFill>
              <a:srgbClr val="DFE4E0"/>
            </a:solidFill>
            <a:prstDash val="solid"/>
          </a:ln>
        </p:spPr>
      </p:sp>
      <p:sp>
        <p:nvSpPr>
          <p:cNvPr id="18" name="Retângulo 17">
            <a:extLst>
              <a:ext uri="{FF2B5EF4-FFF2-40B4-BE49-F238E27FC236}">
                <a16:creationId xmlns:a16="http://schemas.microsoft.com/office/drawing/2014/main" id="{E36E9A2C-BBF0-4888-A3B8-0CBE2D63D278}"/>
              </a:ext>
            </a:extLst>
          </p:cNvPr>
          <p:cNvSpPr>
            <a:spLocks noGrp="1"/>
          </p:cNvSpPr>
          <p:nvPr/>
        </p:nvSpPr>
        <p:spPr>
          <a:xfrm>
            <a:off x="3200400" y="3095625"/>
            <a:ext cx="733425" cy="733425"/>
          </a:xfrm>
          <a:prstGeom prst="rect">
            <a:avLst/>
          </a:prstGeom>
          <a:solidFill>
            <a:srgbClr val="213038"/>
          </a:solidFill>
          <a:ln w="0">
            <a:solidFill>
              <a:srgbClr val="213038"/>
            </a:solidFill>
            <a:prstDash val="solid"/>
          </a:ln>
        </p:spPr>
      </p:sp>
      <p:sp>
        <p:nvSpPr>
          <p:cNvPr id="19" name="Retângulo 18">
            <a:extLst>
              <a:ext uri="{FF2B5EF4-FFF2-40B4-BE49-F238E27FC236}">
                <a16:creationId xmlns:a16="http://schemas.microsoft.com/office/drawing/2014/main" id="{CCA740E4-B874-46A8-BD53-1A7CC91B8FE3}"/>
              </a:ext>
            </a:extLst>
          </p:cNvPr>
          <p:cNvSpPr>
            <a:spLocks noGrp="1"/>
          </p:cNvSpPr>
          <p:nvPr/>
        </p:nvSpPr>
        <p:spPr>
          <a:xfrm>
            <a:off x="3962400" y="3095625"/>
            <a:ext cx="733425" cy="733425"/>
          </a:xfrm>
          <a:prstGeom prst="rect">
            <a:avLst/>
          </a:prstGeom>
          <a:solidFill>
            <a:srgbClr val="00B050"/>
          </a:solidFill>
          <a:ln w="19050">
            <a:solidFill>
              <a:srgbClr val="DFE4E0"/>
            </a:solidFill>
            <a:prstDash val="solid"/>
          </a:ln>
        </p:spPr>
      </p:sp>
      <p:sp>
        <p:nvSpPr>
          <p:cNvPr id="20" name="Retângulo 19">
            <a:extLst>
              <a:ext uri="{FF2B5EF4-FFF2-40B4-BE49-F238E27FC236}">
                <a16:creationId xmlns:a16="http://schemas.microsoft.com/office/drawing/2014/main" id="{526E1DF0-E552-4BAF-BEEE-1DB9297FDB3D}"/>
              </a:ext>
            </a:extLst>
          </p:cNvPr>
          <p:cNvSpPr>
            <a:spLocks noGrp="1"/>
          </p:cNvSpPr>
          <p:nvPr/>
        </p:nvSpPr>
        <p:spPr>
          <a:xfrm>
            <a:off x="914400" y="3857625"/>
            <a:ext cx="733425" cy="733425"/>
          </a:xfrm>
          <a:prstGeom prst="rect">
            <a:avLst/>
          </a:prstGeom>
          <a:solidFill>
            <a:srgbClr val="213038"/>
          </a:solidFill>
          <a:ln w="0">
            <a:solidFill>
              <a:srgbClr val="213038"/>
            </a:solidFill>
            <a:prstDash val="solid"/>
          </a:ln>
        </p:spPr>
      </p:sp>
      <p:sp>
        <p:nvSpPr>
          <p:cNvPr id="21" name="Retângulo 20">
            <a:extLst>
              <a:ext uri="{FF2B5EF4-FFF2-40B4-BE49-F238E27FC236}">
                <a16:creationId xmlns:a16="http://schemas.microsoft.com/office/drawing/2014/main" id="{55DB9734-29E2-49E1-9F30-B02D9D895E58}"/>
              </a:ext>
            </a:extLst>
          </p:cNvPr>
          <p:cNvSpPr>
            <a:spLocks noGrp="1"/>
          </p:cNvSpPr>
          <p:nvPr/>
        </p:nvSpPr>
        <p:spPr>
          <a:xfrm>
            <a:off x="1676400" y="3857625"/>
            <a:ext cx="733425" cy="733425"/>
          </a:xfrm>
          <a:prstGeom prst="rect">
            <a:avLst/>
          </a:prstGeom>
          <a:solidFill>
            <a:srgbClr val="00B050"/>
          </a:solidFill>
          <a:ln w="19050">
            <a:solidFill>
              <a:srgbClr val="DFE4E0"/>
            </a:solidFill>
            <a:prstDash val="solid"/>
          </a:ln>
        </p:spPr>
      </p:sp>
      <p:sp>
        <p:nvSpPr>
          <p:cNvPr id="22" name="Retângulo 21">
            <a:extLst>
              <a:ext uri="{FF2B5EF4-FFF2-40B4-BE49-F238E27FC236}">
                <a16:creationId xmlns:a16="http://schemas.microsoft.com/office/drawing/2014/main" id="{4DDA16B9-9014-44F2-A21B-98F61C4C7107}"/>
              </a:ext>
            </a:extLst>
          </p:cNvPr>
          <p:cNvSpPr>
            <a:spLocks noGrp="1"/>
          </p:cNvSpPr>
          <p:nvPr/>
        </p:nvSpPr>
        <p:spPr>
          <a:xfrm>
            <a:off x="2438400" y="3857625"/>
            <a:ext cx="733425" cy="733425"/>
          </a:xfrm>
          <a:prstGeom prst="rect">
            <a:avLst/>
          </a:prstGeom>
          <a:solidFill>
            <a:srgbClr val="00B050"/>
          </a:solidFill>
          <a:ln w="19050">
            <a:solidFill>
              <a:srgbClr val="DFE4E0"/>
            </a:solidFill>
            <a:prstDash val="solid"/>
          </a:ln>
        </p:spPr>
      </p:sp>
      <p:sp>
        <p:nvSpPr>
          <p:cNvPr id="23" name="Retângulo 22">
            <a:extLst>
              <a:ext uri="{FF2B5EF4-FFF2-40B4-BE49-F238E27FC236}">
                <a16:creationId xmlns:a16="http://schemas.microsoft.com/office/drawing/2014/main" id="{85C12240-24A0-40BA-A601-2BDD1E48994C}"/>
              </a:ext>
            </a:extLst>
          </p:cNvPr>
          <p:cNvSpPr>
            <a:spLocks noGrp="1"/>
          </p:cNvSpPr>
          <p:nvPr/>
        </p:nvSpPr>
        <p:spPr>
          <a:xfrm>
            <a:off x="3200400" y="3857625"/>
            <a:ext cx="733425" cy="733425"/>
          </a:xfrm>
          <a:prstGeom prst="rect">
            <a:avLst/>
          </a:prstGeom>
          <a:solidFill>
            <a:srgbClr val="00B050"/>
          </a:solidFill>
          <a:ln w="19050">
            <a:solidFill>
              <a:srgbClr val="DFE4E0"/>
            </a:solidFill>
            <a:prstDash val="solid"/>
          </a:ln>
        </p:spPr>
      </p:sp>
      <p:sp>
        <p:nvSpPr>
          <p:cNvPr id="24" name="Retângulo 23">
            <a:extLst>
              <a:ext uri="{FF2B5EF4-FFF2-40B4-BE49-F238E27FC236}">
                <a16:creationId xmlns:a16="http://schemas.microsoft.com/office/drawing/2014/main" id="{363EDFF9-7779-4A95-BF85-2E6701ECC2B4}"/>
              </a:ext>
            </a:extLst>
          </p:cNvPr>
          <p:cNvSpPr>
            <a:spLocks noGrp="1"/>
          </p:cNvSpPr>
          <p:nvPr/>
        </p:nvSpPr>
        <p:spPr>
          <a:xfrm>
            <a:off x="3962400" y="3857625"/>
            <a:ext cx="733425" cy="733425"/>
          </a:xfrm>
          <a:prstGeom prst="rect">
            <a:avLst/>
          </a:prstGeom>
          <a:solidFill>
            <a:srgbClr val="00B050"/>
          </a:solidFill>
          <a:ln w="19050">
            <a:solidFill>
              <a:srgbClr val="DFE4E0"/>
            </a:solidFill>
            <a:prstDash val="solid"/>
          </a:ln>
        </p:spPr>
      </p:sp>
      <p:sp>
        <p:nvSpPr>
          <p:cNvPr id="25" name="Retângulo 24">
            <a:extLst>
              <a:ext uri="{FF2B5EF4-FFF2-40B4-BE49-F238E27FC236}">
                <a16:creationId xmlns:a16="http://schemas.microsoft.com/office/drawing/2014/main" id="{793C6C58-C1AE-448C-8CC5-D43355AAF457}"/>
              </a:ext>
            </a:extLst>
          </p:cNvPr>
          <p:cNvSpPr>
            <a:spLocks noGrp="1"/>
          </p:cNvSpPr>
          <p:nvPr/>
        </p:nvSpPr>
        <p:spPr>
          <a:xfrm>
            <a:off x="914400" y="4619625"/>
            <a:ext cx="733425" cy="733425"/>
          </a:xfrm>
          <a:prstGeom prst="rect">
            <a:avLst/>
          </a:prstGeom>
          <a:solidFill>
            <a:srgbClr val="213038"/>
          </a:solidFill>
          <a:ln w="0">
            <a:solidFill>
              <a:srgbClr val="213038"/>
            </a:solidFill>
            <a:prstDash val="solid"/>
          </a:ln>
        </p:spPr>
      </p:sp>
      <p:sp>
        <p:nvSpPr>
          <p:cNvPr id="26" name="Retângulo 25">
            <a:extLst>
              <a:ext uri="{FF2B5EF4-FFF2-40B4-BE49-F238E27FC236}">
                <a16:creationId xmlns:a16="http://schemas.microsoft.com/office/drawing/2014/main" id="{2535A5E5-1E53-46DC-AF7E-5E925E7330C9}"/>
              </a:ext>
            </a:extLst>
          </p:cNvPr>
          <p:cNvSpPr>
            <a:spLocks noGrp="1"/>
          </p:cNvSpPr>
          <p:nvPr/>
        </p:nvSpPr>
        <p:spPr>
          <a:xfrm>
            <a:off x="1676400" y="4619625"/>
            <a:ext cx="733425" cy="733425"/>
          </a:xfrm>
          <a:prstGeom prst="rect">
            <a:avLst/>
          </a:prstGeom>
          <a:solidFill>
            <a:srgbClr val="213038"/>
          </a:solidFill>
          <a:ln w="0">
            <a:solidFill>
              <a:srgbClr val="213038"/>
            </a:solidFill>
            <a:prstDash val="solid"/>
          </a:ln>
        </p:spPr>
      </p:sp>
      <p:sp>
        <p:nvSpPr>
          <p:cNvPr id="27" name="Retângulo 26">
            <a:extLst>
              <a:ext uri="{FF2B5EF4-FFF2-40B4-BE49-F238E27FC236}">
                <a16:creationId xmlns:a16="http://schemas.microsoft.com/office/drawing/2014/main" id="{44716CF5-6B1B-4763-A167-50F072593C11}"/>
              </a:ext>
            </a:extLst>
          </p:cNvPr>
          <p:cNvSpPr>
            <a:spLocks noGrp="1"/>
          </p:cNvSpPr>
          <p:nvPr/>
        </p:nvSpPr>
        <p:spPr>
          <a:xfrm>
            <a:off x="2438400" y="4619625"/>
            <a:ext cx="733425" cy="733425"/>
          </a:xfrm>
          <a:prstGeom prst="rect">
            <a:avLst/>
          </a:prstGeom>
          <a:solidFill>
            <a:srgbClr val="213038"/>
          </a:solidFill>
          <a:ln w="0">
            <a:solidFill>
              <a:srgbClr val="213038"/>
            </a:solidFill>
            <a:prstDash val="solid"/>
          </a:ln>
        </p:spPr>
      </p:sp>
      <p:sp>
        <p:nvSpPr>
          <p:cNvPr id="28" name="Retângulo 27">
            <a:extLst>
              <a:ext uri="{FF2B5EF4-FFF2-40B4-BE49-F238E27FC236}">
                <a16:creationId xmlns:a16="http://schemas.microsoft.com/office/drawing/2014/main" id="{9140503A-2C1A-45F5-A6E3-F9E79D8AF744}"/>
              </a:ext>
            </a:extLst>
          </p:cNvPr>
          <p:cNvSpPr>
            <a:spLocks noGrp="1"/>
          </p:cNvSpPr>
          <p:nvPr/>
        </p:nvSpPr>
        <p:spPr>
          <a:xfrm>
            <a:off x="3200400" y="4619625"/>
            <a:ext cx="733425" cy="733425"/>
          </a:xfrm>
          <a:prstGeom prst="rect">
            <a:avLst/>
          </a:prstGeom>
          <a:solidFill>
            <a:srgbClr val="213038"/>
          </a:solidFill>
          <a:ln w="0">
            <a:solidFill>
              <a:srgbClr val="213038"/>
            </a:solidFill>
            <a:prstDash val="solid"/>
          </a:ln>
        </p:spPr>
      </p:sp>
      <p:sp>
        <p:nvSpPr>
          <p:cNvPr id="29" name="Retângulo 28">
            <a:extLst>
              <a:ext uri="{FF2B5EF4-FFF2-40B4-BE49-F238E27FC236}">
                <a16:creationId xmlns:a16="http://schemas.microsoft.com/office/drawing/2014/main" id="{782FF40E-568B-46BB-AD76-8BA7383A4E31}"/>
              </a:ext>
            </a:extLst>
          </p:cNvPr>
          <p:cNvSpPr>
            <a:spLocks noGrp="1"/>
          </p:cNvSpPr>
          <p:nvPr/>
        </p:nvSpPr>
        <p:spPr>
          <a:xfrm>
            <a:off x="3962400" y="4619625"/>
            <a:ext cx="733425" cy="733425"/>
          </a:xfrm>
          <a:prstGeom prst="rect">
            <a:avLst/>
          </a:prstGeom>
          <a:solidFill>
            <a:srgbClr val="00B050"/>
          </a:solidFill>
          <a:ln w="19050">
            <a:solidFill>
              <a:srgbClr val="DFE4E0"/>
            </a:solidFill>
            <a:prstDash val="solid"/>
          </a:ln>
        </p:spPr>
      </p:sp>
      <p:sp>
        <p:nvSpPr>
          <p:cNvPr id="30" name="Retângulo 29">
            <a:extLst>
              <a:ext uri="{FF2B5EF4-FFF2-40B4-BE49-F238E27FC236}">
                <a16:creationId xmlns:a16="http://schemas.microsoft.com/office/drawing/2014/main" id="{A52E038E-8A9E-4788-958D-67EE53E830FA}"/>
              </a:ext>
            </a:extLst>
          </p:cNvPr>
          <p:cNvSpPr>
            <a:spLocks noGrp="1"/>
          </p:cNvSpPr>
          <p:nvPr/>
        </p:nvSpPr>
        <p:spPr>
          <a:xfrm>
            <a:off x="3962400" y="4619625"/>
            <a:ext cx="733425" cy="7334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defRPr sz="2160" b="1">
                <a:solidFill>
                  <a:srgbClr val="C97343"/>
                </a:solidFill>
                <a:latin typeface="Arial"/>
                <a:ea typeface="Arial"/>
                <a:cs typeface="Arial"/>
              </a:defRPr>
            </a:pPr>
            <a:r>
              <a:rPr sz="2160" b="1" dirty="0">
                <a:solidFill>
                  <a:schemeClr val="bg1"/>
                </a:solidFill>
                <a:latin typeface="Arial"/>
                <a:ea typeface="Arial"/>
                <a:cs typeface="Arial"/>
              </a:rPr>
              <a:t>F</a:t>
            </a:r>
          </a:p>
        </p:txBody>
      </p:sp>
      <p:sp>
        <p:nvSpPr>
          <p:cNvPr id="31" name="Retângulo 30">
            <a:extLst>
              <a:ext uri="{FF2B5EF4-FFF2-40B4-BE49-F238E27FC236}">
                <a16:creationId xmlns:a16="http://schemas.microsoft.com/office/drawing/2014/main" id="{A88E34B1-853C-48C5-AB6B-6E8CE7D0E7B8}"/>
              </a:ext>
            </a:extLst>
          </p:cNvPr>
          <p:cNvSpPr>
            <a:spLocks noGrp="1"/>
          </p:cNvSpPr>
          <p:nvPr/>
        </p:nvSpPr>
        <p:spPr>
          <a:xfrm>
            <a:off x="5772150" y="1647825"/>
            <a:ext cx="476250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defRPr sz="1575" b="1">
                <a:solidFill>
                  <a:srgbClr val="17242B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17242B"/>
                </a:solidFill>
                <a:latin typeface="Arial"/>
                <a:ea typeface="Arial"/>
                <a:cs typeface="Arial"/>
              </a:rPr>
              <a:t>LABIRINTO 5 × 5</a:t>
            </a:r>
          </a:p>
        </p:txBody>
      </p:sp>
      <p:sp>
        <p:nvSpPr>
          <p:cNvPr id="32" name="Retângulo 31">
            <a:extLst>
              <a:ext uri="{FF2B5EF4-FFF2-40B4-BE49-F238E27FC236}">
                <a16:creationId xmlns:a16="http://schemas.microsoft.com/office/drawing/2014/main" id="{957D38CC-F923-446E-A2B3-904946C598C6}"/>
              </a:ext>
            </a:extLst>
          </p:cNvPr>
          <p:cNvSpPr>
            <a:spLocks noGrp="1"/>
          </p:cNvSpPr>
          <p:nvPr/>
        </p:nvSpPr>
        <p:spPr>
          <a:xfrm>
            <a:off x="5772150" y="2019300"/>
            <a:ext cx="4762500" cy="28575"/>
          </a:xfrm>
          <a:prstGeom prst="rect">
            <a:avLst/>
          </a:prstGeom>
          <a:solidFill>
            <a:srgbClr val="17242B"/>
          </a:solidFill>
          <a:ln w="0">
            <a:noFill/>
            <a:prstDash val="solid"/>
          </a:ln>
        </p:spPr>
      </p:sp>
      <p:sp>
        <p:nvSpPr>
          <p:cNvPr id="33" name="Retângulo 32">
            <a:extLst>
              <a:ext uri="{FF2B5EF4-FFF2-40B4-BE49-F238E27FC236}">
                <a16:creationId xmlns:a16="http://schemas.microsoft.com/office/drawing/2014/main" id="{84B4BE69-EB66-4F0F-A76E-88FE915D6030}"/>
              </a:ext>
            </a:extLst>
          </p:cNvPr>
          <p:cNvSpPr>
            <a:spLocks noGrp="1"/>
          </p:cNvSpPr>
          <p:nvPr/>
        </p:nvSpPr>
        <p:spPr>
          <a:xfrm>
            <a:off x="5772150" y="2324100"/>
            <a:ext cx="4762500" cy="590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defRPr sz="2025" b="0">
                <a:solidFill>
                  <a:srgbClr val="17242B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17242B"/>
                </a:solidFill>
                <a:latin typeface="Arial"/>
                <a:ea typeface="Arial"/>
                <a:cs typeface="Arial"/>
              </a:rPr>
              <a:t>Início  (0,0)</a:t>
            </a:r>
          </a:p>
        </p:txBody>
      </p:sp>
      <p:sp>
        <p:nvSpPr>
          <p:cNvPr id="34" name="Retângulo 33">
            <a:extLst>
              <a:ext uri="{FF2B5EF4-FFF2-40B4-BE49-F238E27FC236}">
                <a16:creationId xmlns:a16="http://schemas.microsoft.com/office/drawing/2014/main" id="{DB3F59EF-FC58-4EC8-BC3D-2C16D2C0E13D}"/>
              </a:ext>
            </a:extLst>
          </p:cNvPr>
          <p:cNvSpPr>
            <a:spLocks noGrp="1"/>
          </p:cNvSpPr>
          <p:nvPr/>
        </p:nvSpPr>
        <p:spPr>
          <a:xfrm>
            <a:off x="5772150" y="2952750"/>
            <a:ext cx="4762500" cy="590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defRPr sz="2025" b="0">
                <a:solidFill>
                  <a:srgbClr val="17242B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17242B"/>
                </a:solidFill>
                <a:latin typeface="Arial"/>
                <a:ea typeface="Arial"/>
                <a:cs typeface="Arial"/>
              </a:rPr>
              <a:t>Saída  (4,4)</a:t>
            </a:r>
          </a:p>
        </p:txBody>
      </p:sp>
      <p:sp>
        <p:nvSpPr>
          <p:cNvPr id="35" name="Retângulo 34">
            <a:extLst>
              <a:ext uri="{FF2B5EF4-FFF2-40B4-BE49-F238E27FC236}">
                <a16:creationId xmlns:a16="http://schemas.microsoft.com/office/drawing/2014/main" id="{60DA03C0-6162-4EF8-BAB2-448D066C7745}"/>
              </a:ext>
            </a:extLst>
          </p:cNvPr>
          <p:cNvSpPr>
            <a:spLocks noGrp="1"/>
          </p:cNvSpPr>
          <p:nvPr/>
        </p:nvSpPr>
        <p:spPr>
          <a:xfrm>
            <a:off x="6010275" y="3596217"/>
            <a:ext cx="4762500" cy="590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defRPr sz="2025" b="0">
                <a:solidFill>
                  <a:srgbClr val="17242B"/>
                </a:solidFill>
                <a:latin typeface="Arial"/>
                <a:ea typeface="Arial"/>
                <a:cs typeface="Arial"/>
              </a:defRPr>
            </a:pPr>
            <a:r>
              <a:rPr sz="2025" b="0" dirty="0">
                <a:solidFill>
                  <a:srgbClr val="17242B"/>
                </a:solidFill>
                <a:latin typeface="Arial"/>
                <a:ea typeface="Arial"/>
                <a:cs typeface="Arial"/>
              </a:rPr>
              <a:t>1 = </a:t>
            </a:r>
            <a:r>
              <a:rPr sz="2025" b="0" dirty="0" err="1">
                <a:solidFill>
                  <a:srgbClr val="17242B"/>
                </a:solidFill>
                <a:latin typeface="Arial"/>
                <a:ea typeface="Arial"/>
                <a:cs typeface="Arial"/>
              </a:rPr>
              <a:t>caminho</a:t>
            </a:r>
            <a:r>
              <a:rPr sz="2025" b="0" dirty="0">
                <a:solidFill>
                  <a:srgbClr val="17242B"/>
                </a:solidFill>
                <a:latin typeface="Arial"/>
                <a:ea typeface="Arial"/>
                <a:cs typeface="Arial"/>
              </a:rPr>
              <a:t> livre</a:t>
            </a:r>
          </a:p>
        </p:txBody>
      </p:sp>
      <p:sp>
        <p:nvSpPr>
          <p:cNvPr id="36" name="Retângulo 35">
            <a:extLst>
              <a:ext uri="{FF2B5EF4-FFF2-40B4-BE49-F238E27FC236}">
                <a16:creationId xmlns:a16="http://schemas.microsoft.com/office/drawing/2014/main" id="{7F751583-3B79-46BE-8734-B0C4D64EE09A}"/>
              </a:ext>
            </a:extLst>
          </p:cNvPr>
          <p:cNvSpPr>
            <a:spLocks noGrp="1"/>
          </p:cNvSpPr>
          <p:nvPr/>
        </p:nvSpPr>
        <p:spPr>
          <a:xfrm>
            <a:off x="5944129" y="4207933"/>
            <a:ext cx="4762500" cy="590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defRPr sz="2025" b="0">
                <a:solidFill>
                  <a:srgbClr val="17242B"/>
                </a:solidFill>
                <a:latin typeface="Arial"/>
                <a:ea typeface="Arial"/>
                <a:cs typeface="Arial"/>
              </a:defRPr>
            </a:pPr>
            <a:r>
              <a:rPr sz="2025" b="0" dirty="0">
                <a:solidFill>
                  <a:srgbClr val="17242B"/>
                </a:solidFill>
                <a:latin typeface="Arial"/>
                <a:ea typeface="Arial"/>
                <a:cs typeface="Arial"/>
              </a:rPr>
              <a:t>0 </a:t>
            </a:r>
            <a:r>
              <a:rPr lang="pt-BR" sz="2025" b="0" dirty="0">
                <a:solidFill>
                  <a:srgbClr val="17242B"/>
                </a:solidFill>
                <a:latin typeface="Arial"/>
                <a:ea typeface="Arial"/>
                <a:cs typeface="Arial"/>
              </a:rPr>
              <a:t> </a:t>
            </a:r>
            <a:r>
              <a:rPr sz="2025" b="0" dirty="0">
                <a:solidFill>
                  <a:srgbClr val="17242B"/>
                </a:solidFill>
                <a:latin typeface="Arial"/>
                <a:ea typeface="Arial"/>
                <a:cs typeface="Arial"/>
              </a:rPr>
              <a:t>= </a:t>
            </a:r>
            <a:r>
              <a:rPr sz="2025" b="0" dirty="0" err="1">
                <a:solidFill>
                  <a:srgbClr val="17242B"/>
                </a:solidFill>
                <a:latin typeface="Arial"/>
                <a:ea typeface="Arial"/>
                <a:cs typeface="Arial"/>
              </a:rPr>
              <a:t>parede</a:t>
            </a:r>
            <a:endParaRPr sz="2025" b="0" dirty="0">
              <a:solidFill>
                <a:srgbClr val="17242B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37" name="Retângulo 36">
            <a:extLst>
              <a:ext uri="{FF2B5EF4-FFF2-40B4-BE49-F238E27FC236}">
                <a16:creationId xmlns:a16="http://schemas.microsoft.com/office/drawing/2014/main" id="{D817AF7C-9070-4CA1-B483-9A5D520AB0DA}"/>
              </a:ext>
            </a:extLst>
          </p:cNvPr>
          <p:cNvSpPr>
            <a:spLocks noGrp="1"/>
          </p:cNvSpPr>
          <p:nvPr/>
        </p:nvSpPr>
        <p:spPr>
          <a:xfrm>
            <a:off x="5772150" y="5143500"/>
            <a:ext cx="5238750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defRPr sz="1650" b="0">
                <a:solidFill>
                  <a:srgbClr val="5E6A70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5E6A70"/>
                </a:solidFill>
                <a:latin typeface="Arial"/>
                <a:ea typeface="Arial"/>
                <a:cs typeface="Arial"/>
              </a:rPr>
              <a:t>Movimentos: cima, baixo, esquerda e direita</a:t>
            </a:r>
          </a:p>
        </p:txBody>
      </p:sp>
      <p:sp>
        <p:nvSpPr>
          <p:cNvPr id="41" name="Retângulo 40">
            <a:extLst>
              <a:ext uri="{FF2B5EF4-FFF2-40B4-BE49-F238E27FC236}">
                <a16:creationId xmlns:a16="http://schemas.microsoft.com/office/drawing/2014/main" id="{FB9039ED-1D28-0288-79F1-1352D6447C3A}"/>
              </a:ext>
            </a:extLst>
          </p:cNvPr>
          <p:cNvSpPr/>
          <p:nvPr/>
        </p:nvSpPr>
        <p:spPr>
          <a:xfrm>
            <a:off x="5772150" y="3717925"/>
            <a:ext cx="343959" cy="342900"/>
          </a:xfrm>
          <a:prstGeom prst="rect">
            <a:avLst/>
          </a:prstGeom>
          <a:solidFill>
            <a:srgbClr val="00B05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42" name="Retângulo 41">
            <a:extLst>
              <a:ext uri="{FF2B5EF4-FFF2-40B4-BE49-F238E27FC236}">
                <a16:creationId xmlns:a16="http://schemas.microsoft.com/office/drawing/2014/main" id="{E42F86A5-ED12-D4E7-43D2-D58EB91AD09E}"/>
              </a:ext>
            </a:extLst>
          </p:cNvPr>
          <p:cNvSpPr/>
          <p:nvPr/>
        </p:nvSpPr>
        <p:spPr>
          <a:xfrm>
            <a:off x="5772150" y="4343400"/>
            <a:ext cx="343959" cy="342900"/>
          </a:xfrm>
          <a:prstGeom prst="rect">
            <a:avLst/>
          </a:prstGeom>
          <a:solidFill>
            <a:srgbClr val="213038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57296838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4E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Retângulo 15">
            <a:extLst>
              <a:ext uri="{FF2B5EF4-FFF2-40B4-BE49-F238E27FC236}">
                <a16:creationId xmlns:a16="http://schemas.microsoft.com/office/drawing/2014/main" id="{34170D24-DAA4-4236-8B43-62BA7F83F8C9}"/>
              </a:ext>
            </a:extLst>
          </p:cNvPr>
          <p:cNvSpPr>
            <a:spLocks noGrp="1"/>
          </p:cNvSpPr>
          <p:nvPr/>
        </p:nvSpPr>
        <p:spPr>
          <a:xfrm>
            <a:off x="704850" y="400050"/>
            <a:ext cx="10668000" cy="590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defRPr sz="2700" b="1">
                <a:solidFill>
                  <a:srgbClr val="17242B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17242B"/>
                </a:solidFill>
                <a:latin typeface="Arial"/>
                <a:ea typeface="Arial"/>
                <a:cs typeface="Arial"/>
              </a:rPr>
              <a:t>Duas estratégias de exploração</a:t>
            </a:r>
          </a:p>
        </p:txBody>
      </p:sp>
      <p:sp>
        <p:nvSpPr>
          <p:cNvPr id="2" name="Retângulo 1">
            <a:extLst>
              <a:ext uri="{FF2B5EF4-FFF2-40B4-BE49-F238E27FC236}">
                <a16:creationId xmlns:a16="http://schemas.microsoft.com/office/drawing/2014/main" id="{871272C8-72D2-4803-8E9C-CCD018EC3F71}"/>
              </a:ext>
            </a:extLst>
          </p:cNvPr>
          <p:cNvSpPr>
            <a:spLocks noGrp="1"/>
          </p:cNvSpPr>
          <p:nvPr/>
        </p:nvSpPr>
        <p:spPr>
          <a:xfrm>
            <a:off x="704850" y="6286500"/>
            <a:ext cx="10782300" cy="9525"/>
          </a:xfrm>
          <a:prstGeom prst="rect">
            <a:avLst/>
          </a:prstGeom>
          <a:solidFill>
            <a:srgbClr val="DFE4E0"/>
          </a:solidFill>
          <a:ln w="0">
            <a:noFill/>
            <a:prstDash val="solid"/>
          </a:ln>
        </p:spPr>
      </p:sp>
      <p:sp>
        <p:nvSpPr>
          <p:cNvPr id="3" name="Retângulo 2">
            <a:extLst>
              <a:ext uri="{FF2B5EF4-FFF2-40B4-BE49-F238E27FC236}">
                <a16:creationId xmlns:a16="http://schemas.microsoft.com/office/drawing/2014/main" id="{B5CF9ECF-1AC9-491A-AFBB-115AC46CEB5C}"/>
              </a:ext>
            </a:extLst>
          </p:cNvPr>
          <p:cNvSpPr>
            <a:spLocks noGrp="1"/>
          </p:cNvSpPr>
          <p:nvPr/>
        </p:nvSpPr>
        <p:spPr>
          <a:xfrm>
            <a:off x="11087100" y="6381750"/>
            <a:ext cx="4000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r">
              <a:defRPr sz="1050" b="0">
                <a:solidFill>
                  <a:srgbClr val="5E6A70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5E6A70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4" name="Retângulo 3">
            <a:extLst>
              <a:ext uri="{FF2B5EF4-FFF2-40B4-BE49-F238E27FC236}">
                <a16:creationId xmlns:a16="http://schemas.microsoft.com/office/drawing/2014/main" id="{EAD47D94-D4B0-4919-B05B-97AA194BFA08}"/>
              </a:ext>
            </a:extLst>
          </p:cNvPr>
          <p:cNvSpPr>
            <a:spLocks noGrp="1"/>
          </p:cNvSpPr>
          <p:nvPr/>
        </p:nvSpPr>
        <p:spPr>
          <a:xfrm>
            <a:off x="762000" y="1381125"/>
            <a:ext cx="495300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defRPr sz="1575" b="1">
                <a:solidFill>
                  <a:srgbClr val="14796F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14796F"/>
                </a:solidFill>
                <a:latin typeface="Arial"/>
                <a:ea typeface="Arial"/>
                <a:cs typeface="Arial"/>
              </a:rPr>
              <a:t>DFS · Busca em Profundidade</a:t>
            </a:r>
          </a:p>
        </p:txBody>
      </p:sp>
      <p:sp>
        <p:nvSpPr>
          <p:cNvPr id="5" name="Retângulo 4">
            <a:extLst>
              <a:ext uri="{FF2B5EF4-FFF2-40B4-BE49-F238E27FC236}">
                <a16:creationId xmlns:a16="http://schemas.microsoft.com/office/drawing/2014/main" id="{33C6D04A-B849-432F-8EEE-0AD37FB631EA}"/>
              </a:ext>
            </a:extLst>
          </p:cNvPr>
          <p:cNvSpPr>
            <a:spLocks noGrp="1"/>
          </p:cNvSpPr>
          <p:nvPr/>
        </p:nvSpPr>
        <p:spPr>
          <a:xfrm>
            <a:off x="762000" y="1752600"/>
            <a:ext cx="4953000" cy="28575"/>
          </a:xfrm>
          <a:prstGeom prst="rect">
            <a:avLst/>
          </a:prstGeom>
          <a:solidFill>
            <a:srgbClr val="14796F"/>
          </a:solidFill>
          <a:ln w="0">
            <a:noFill/>
            <a:prstDash val="solid"/>
          </a:ln>
        </p:spPr>
      </p:sp>
      <p:sp>
        <p:nvSpPr>
          <p:cNvPr id="6" name="Retângulo 5">
            <a:extLst>
              <a:ext uri="{FF2B5EF4-FFF2-40B4-BE49-F238E27FC236}">
                <a16:creationId xmlns:a16="http://schemas.microsoft.com/office/drawing/2014/main" id="{7704D311-5362-403D-84DB-701A57D2EF2D}"/>
              </a:ext>
            </a:extLst>
          </p:cNvPr>
          <p:cNvSpPr>
            <a:spLocks noGrp="1"/>
          </p:cNvSpPr>
          <p:nvPr/>
        </p:nvSpPr>
        <p:spPr>
          <a:xfrm>
            <a:off x="6477000" y="1381125"/>
            <a:ext cx="495300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defRPr sz="1575" b="1">
                <a:solidFill>
                  <a:srgbClr val="C97343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C97343"/>
                </a:solidFill>
                <a:latin typeface="Arial"/>
                <a:ea typeface="Arial"/>
                <a:cs typeface="Arial"/>
              </a:rPr>
              <a:t>BFS · Busca em Largura</a:t>
            </a:r>
          </a:p>
        </p:txBody>
      </p:sp>
      <p:sp>
        <p:nvSpPr>
          <p:cNvPr id="7" name="Retângulo 6">
            <a:extLst>
              <a:ext uri="{FF2B5EF4-FFF2-40B4-BE49-F238E27FC236}">
                <a16:creationId xmlns:a16="http://schemas.microsoft.com/office/drawing/2014/main" id="{F0733E22-C922-44BC-85E1-EB6EED609C69}"/>
              </a:ext>
            </a:extLst>
          </p:cNvPr>
          <p:cNvSpPr>
            <a:spLocks noGrp="1"/>
          </p:cNvSpPr>
          <p:nvPr/>
        </p:nvSpPr>
        <p:spPr>
          <a:xfrm>
            <a:off x="6477000" y="1752600"/>
            <a:ext cx="4953000" cy="28575"/>
          </a:xfrm>
          <a:prstGeom prst="rect">
            <a:avLst/>
          </a:prstGeom>
          <a:solidFill>
            <a:srgbClr val="C97343"/>
          </a:solidFill>
          <a:ln w="0">
            <a:noFill/>
            <a:prstDash val="solid"/>
          </a:ln>
        </p:spPr>
      </p:sp>
      <p:sp>
        <p:nvSpPr>
          <p:cNvPr id="8" name="Retângulo 7">
            <a:extLst>
              <a:ext uri="{FF2B5EF4-FFF2-40B4-BE49-F238E27FC236}">
                <a16:creationId xmlns:a16="http://schemas.microsoft.com/office/drawing/2014/main" id="{D621BE6F-2AA2-48E9-BF48-DE51709A54A3}"/>
              </a:ext>
            </a:extLst>
          </p:cNvPr>
          <p:cNvSpPr>
            <a:spLocks noGrp="1"/>
          </p:cNvSpPr>
          <p:nvPr/>
        </p:nvSpPr>
        <p:spPr>
          <a:xfrm>
            <a:off x="762000" y="2190750"/>
            <a:ext cx="4953000" cy="523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defRPr sz="2550" b="1">
                <a:solidFill>
                  <a:srgbClr val="14796F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14796F"/>
                </a:solidFill>
                <a:latin typeface="Arial"/>
                <a:ea typeface="Arial"/>
                <a:cs typeface="Arial"/>
              </a:rPr>
              <a:t>PILHA</a:t>
            </a:r>
          </a:p>
        </p:txBody>
      </p:sp>
      <p:sp>
        <p:nvSpPr>
          <p:cNvPr id="9" name="Retângulo 8">
            <a:extLst>
              <a:ext uri="{FF2B5EF4-FFF2-40B4-BE49-F238E27FC236}">
                <a16:creationId xmlns:a16="http://schemas.microsoft.com/office/drawing/2014/main" id="{814548CC-4167-4025-90BA-DE8CD9B69E60}"/>
              </a:ext>
            </a:extLst>
          </p:cNvPr>
          <p:cNvSpPr>
            <a:spLocks noGrp="1"/>
          </p:cNvSpPr>
          <p:nvPr/>
        </p:nvSpPr>
        <p:spPr>
          <a:xfrm>
            <a:off x="6477000" y="2190750"/>
            <a:ext cx="4953000" cy="523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defRPr sz="2550" b="1">
                <a:solidFill>
                  <a:srgbClr val="C97343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C97343"/>
                </a:solidFill>
                <a:latin typeface="Arial"/>
                <a:ea typeface="Arial"/>
                <a:cs typeface="Arial"/>
              </a:rPr>
              <a:t>FILA</a:t>
            </a:r>
          </a:p>
        </p:txBody>
      </p:sp>
      <p:sp>
        <p:nvSpPr>
          <p:cNvPr id="10" name="Retângulo 9">
            <a:extLst>
              <a:ext uri="{FF2B5EF4-FFF2-40B4-BE49-F238E27FC236}">
                <a16:creationId xmlns:a16="http://schemas.microsoft.com/office/drawing/2014/main" id="{03556132-AABB-40B0-934F-76374E0323C8}"/>
              </a:ext>
            </a:extLst>
          </p:cNvPr>
          <p:cNvSpPr>
            <a:spLocks noGrp="1"/>
          </p:cNvSpPr>
          <p:nvPr/>
        </p:nvSpPr>
        <p:spPr>
          <a:xfrm>
            <a:off x="762000" y="2857500"/>
            <a:ext cx="495300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defRPr sz="1725" b="0">
                <a:solidFill>
                  <a:srgbClr val="17242B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7242B"/>
                </a:solidFill>
                <a:latin typeface="Arial"/>
                <a:ea typeface="Arial"/>
                <a:cs typeface="Arial"/>
              </a:rPr>
              <a:t>LIFO: sai o último que entrou</a:t>
            </a:r>
          </a:p>
        </p:txBody>
      </p:sp>
      <p:sp>
        <p:nvSpPr>
          <p:cNvPr id="11" name="Retângulo 10">
            <a:extLst>
              <a:ext uri="{FF2B5EF4-FFF2-40B4-BE49-F238E27FC236}">
                <a16:creationId xmlns:a16="http://schemas.microsoft.com/office/drawing/2014/main" id="{86548807-2FA2-4CB4-8042-73AAEAAD9381}"/>
              </a:ext>
            </a:extLst>
          </p:cNvPr>
          <p:cNvSpPr>
            <a:spLocks noGrp="1"/>
          </p:cNvSpPr>
          <p:nvPr/>
        </p:nvSpPr>
        <p:spPr>
          <a:xfrm>
            <a:off x="6477000" y="2857500"/>
            <a:ext cx="495300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defRPr sz="1725" b="0">
                <a:solidFill>
                  <a:srgbClr val="17242B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7242B"/>
                </a:solidFill>
                <a:latin typeface="Arial"/>
                <a:ea typeface="Arial"/>
                <a:cs typeface="Arial"/>
              </a:rPr>
              <a:t>FIFO: sai o primeiro que entrou</a:t>
            </a:r>
          </a:p>
        </p:txBody>
      </p:sp>
      <p:sp>
        <p:nvSpPr>
          <p:cNvPr id="12" name="Retângulo 11">
            <a:extLst>
              <a:ext uri="{FF2B5EF4-FFF2-40B4-BE49-F238E27FC236}">
                <a16:creationId xmlns:a16="http://schemas.microsoft.com/office/drawing/2014/main" id="{C1A8432E-3863-44EB-87D1-DDC20D3E6F8F}"/>
              </a:ext>
            </a:extLst>
          </p:cNvPr>
          <p:cNvSpPr>
            <a:spLocks noGrp="1"/>
          </p:cNvSpPr>
          <p:nvPr/>
        </p:nvSpPr>
        <p:spPr>
          <a:xfrm>
            <a:off x="762000" y="3886200"/>
            <a:ext cx="4762500" cy="4667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defRPr sz="2025" b="0">
                <a:solidFill>
                  <a:srgbClr val="17242B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17242B"/>
                </a:solidFill>
                <a:latin typeface="Arial"/>
                <a:ea typeface="Arial"/>
                <a:cs typeface="Arial"/>
              </a:rPr>
              <a:t>Segue um caminho até o fim.</a:t>
            </a:r>
          </a:p>
        </p:txBody>
      </p:sp>
      <p:sp>
        <p:nvSpPr>
          <p:cNvPr id="13" name="Retângulo 12">
            <a:extLst>
              <a:ext uri="{FF2B5EF4-FFF2-40B4-BE49-F238E27FC236}">
                <a16:creationId xmlns:a16="http://schemas.microsoft.com/office/drawing/2014/main" id="{81D036B2-5DDE-4C02-A490-11CFF7B5254D}"/>
              </a:ext>
            </a:extLst>
          </p:cNvPr>
          <p:cNvSpPr>
            <a:spLocks noGrp="1"/>
          </p:cNvSpPr>
          <p:nvPr/>
        </p:nvSpPr>
        <p:spPr>
          <a:xfrm>
            <a:off x="762000" y="4391025"/>
            <a:ext cx="4762500" cy="4667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defRPr sz="2025" b="0">
                <a:solidFill>
                  <a:srgbClr val="17242B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17242B"/>
                </a:solidFill>
                <a:latin typeface="Arial"/>
                <a:ea typeface="Arial"/>
                <a:cs typeface="Arial"/>
              </a:rPr>
              <a:t>Depois tenta outra alternativa.</a:t>
            </a:r>
          </a:p>
        </p:txBody>
      </p:sp>
      <p:sp>
        <p:nvSpPr>
          <p:cNvPr id="14" name="Retângulo 13">
            <a:extLst>
              <a:ext uri="{FF2B5EF4-FFF2-40B4-BE49-F238E27FC236}">
                <a16:creationId xmlns:a16="http://schemas.microsoft.com/office/drawing/2014/main" id="{49480683-8735-4537-AD68-A1DE917F5C61}"/>
              </a:ext>
            </a:extLst>
          </p:cNvPr>
          <p:cNvSpPr>
            <a:spLocks noGrp="1"/>
          </p:cNvSpPr>
          <p:nvPr/>
        </p:nvSpPr>
        <p:spPr>
          <a:xfrm>
            <a:off x="6477000" y="3886200"/>
            <a:ext cx="4762500" cy="4667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defRPr sz="2025" b="0">
                <a:solidFill>
                  <a:srgbClr val="17242B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17242B"/>
                </a:solidFill>
                <a:latin typeface="Arial"/>
                <a:ea typeface="Arial"/>
                <a:cs typeface="Arial"/>
              </a:rPr>
              <a:t>Avança por níveis.</a:t>
            </a:r>
          </a:p>
        </p:txBody>
      </p:sp>
      <p:sp>
        <p:nvSpPr>
          <p:cNvPr id="15" name="Retângulo 14">
            <a:extLst>
              <a:ext uri="{FF2B5EF4-FFF2-40B4-BE49-F238E27FC236}">
                <a16:creationId xmlns:a16="http://schemas.microsoft.com/office/drawing/2014/main" id="{0FAA93CC-977F-41C0-8E4D-070E75C5BE0F}"/>
              </a:ext>
            </a:extLst>
          </p:cNvPr>
          <p:cNvSpPr>
            <a:spLocks noGrp="1"/>
          </p:cNvSpPr>
          <p:nvPr/>
        </p:nvSpPr>
        <p:spPr>
          <a:xfrm>
            <a:off x="6477000" y="4391025"/>
            <a:ext cx="4762500" cy="4667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defRPr sz="2025" b="0">
                <a:solidFill>
                  <a:srgbClr val="17242B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17242B"/>
                </a:solidFill>
                <a:latin typeface="Arial"/>
                <a:ea typeface="Arial"/>
                <a:cs typeface="Arial"/>
              </a:rPr>
              <a:t>Testa primeiro os mais próximos.</a:t>
            </a:r>
          </a:p>
        </p:txBody>
      </p:sp>
    </p:spTree>
    <p:extLst>
      <p:ext uri="{BB962C8B-B14F-4D97-AF65-F5344CB8AC3E}">
        <p14:creationId xmlns:p14="http://schemas.microsoft.com/office/powerpoint/2010/main" val="18884847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4E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Retângulo 43">
            <a:extLst>
              <a:ext uri="{FF2B5EF4-FFF2-40B4-BE49-F238E27FC236}">
                <a16:creationId xmlns:a16="http://schemas.microsoft.com/office/drawing/2014/main" id="{F89261C7-1871-4F09-9821-819A8C5BD1D8}"/>
              </a:ext>
            </a:extLst>
          </p:cNvPr>
          <p:cNvSpPr>
            <a:spLocks noGrp="1"/>
          </p:cNvSpPr>
          <p:nvPr/>
        </p:nvSpPr>
        <p:spPr>
          <a:xfrm>
            <a:off x="704850" y="400050"/>
            <a:ext cx="10668000" cy="590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defRPr sz="2700" b="1">
                <a:solidFill>
                  <a:srgbClr val="17242B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17242B"/>
                </a:solidFill>
                <a:latin typeface="Arial"/>
                <a:ea typeface="Arial"/>
                <a:cs typeface="Arial"/>
              </a:rPr>
              <a:t>DFS: uma rota em profundidade</a:t>
            </a:r>
          </a:p>
        </p:txBody>
      </p:sp>
      <p:sp>
        <p:nvSpPr>
          <p:cNvPr id="2" name="Retângulo 1">
            <a:extLst>
              <a:ext uri="{FF2B5EF4-FFF2-40B4-BE49-F238E27FC236}">
                <a16:creationId xmlns:a16="http://schemas.microsoft.com/office/drawing/2014/main" id="{F44823A3-3CD2-4D31-BAD8-CA26FB8AA31D}"/>
              </a:ext>
            </a:extLst>
          </p:cNvPr>
          <p:cNvSpPr>
            <a:spLocks noGrp="1"/>
          </p:cNvSpPr>
          <p:nvPr/>
        </p:nvSpPr>
        <p:spPr>
          <a:xfrm>
            <a:off x="704850" y="6286500"/>
            <a:ext cx="10782300" cy="9525"/>
          </a:xfrm>
          <a:prstGeom prst="rect">
            <a:avLst/>
          </a:prstGeom>
          <a:solidFill>
            <a:srgbClr val="DFE4E0"/>
          </a:solidFill>
          <a:ln w="0">
            <a:noFill/>
            <a:prstDash val="solid"/>
          </a:ln>
        </p:spPr>
      </p:sp>
      <p:sp>
        <p:nvSpPr>
          <p:cNvPr id="3" name="Retângulo 2">
            <a:extLst>
              <a:ext uri="{FF2B5EF4-FFF2-40B4-BE49-F238E27FC236}">
                <a16:creationId xmlns:a16="http://schemas.microsoft.com/office/drawing/2014/main" id="{0B031365-B179-4378-B11F-01293293CB0D}"/>
              </a:ext>
            </a:extLst>
          </p:cNvPr>
          <p:cNvSpPr>
            <a:spLocks noGrp="1"/>
          </p:cNvSpPr>
          <p:nvPr/>
        </p:nvSpPr>
        <p:spPr>
          <a:xfrm>
            <a:off x="11087100" y="6381750"/>
            <a:ext cx="4000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r">
              <a:defRPr sz="1050" b="0">
                <a:solidFill>
                  <a:srgbClr val="5E6A70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5E6A70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4" name="Retângulo 3">
            <a:extLst>
              <a:ext uri="{FF2B5EF4-FFF2-40B4-BE49-F238E27FC236}">
                <a16:creationId xmlns:a16="http://schemas.microsoft.com/office/drawing/2014/main" id="{C7381FEC-BBAB-412C-A753-1BA8C822882D}"/>
              </a:ext>
            </a:extLst>
          </p:cNvPr>
          <p:cNvSpPr>
            <a:spLocks noGrp="1"/>
          </p:cNvSpPr>
          <p:nvPr/>
        </p:nvSpPr>
        <p:spPr>
          <a:xfrm>
            <a:off x="990600" y="1666875"/>
            <a:ext cx="704850" cy="704850"/>
          </a:xfrm>
          <a:prstGeom prst="rect">
            <a:avLst/>
          </a:prstGeom>
          <a:solidFill>
            <a:srgbClr val="CFE6E1"/>
          </a:solidFill>
          <a:ln w="19050">
            <a:solidFill>
              <a:srgbClr val="14796F"/>
            </a:solidFill>
            <a:prstDash val="solid"/>
          </a:ln>
        </p:spPr>
      </p:sp>
      <p:sp>
        <p:nvSpPr>
          <p:cNvPr id="5" name="Retângulo 4">
            <a:extLst>
              <a:ext uri="{FF2B5EF4-FFF2-40B4-BE49-F238E27FC236}">
                <a16:creationId xmlns:a16="http://schemas.microsoft.com/office/drawing/2014/main" id="{BF6FD6FB-30DF-4312-B030-1E0207E007EF}"/>
              </a:ext>
            </a:extLst>
          </p:cNvPr>
          <p:cNvSpPr>
            <a:spLocks noGrp="1"/>
          </p:cNvSpPr>
          <p:nvPr/>
        </p:nvSpPr>
        <p:spPr>
          <a:xfrm>
            <a:off x="990600" y="1685925"/>
            <a:ext cx="704850" cy="6762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defRPr sz="1559" b="1">
                <a:solidFill>
                  <a:srgbClr val="17242B"/>
                </a:solidFill>
                <a:latin typeface="Arial"/>
                <a:ea typeface="Arial"/>
                <a:cs typeface="Arial"/>
              </a:defRPr>
            </a:pPr>
            <a:r>
              <a:rPr sz="1559" b="1">
                <a:solidFill>
                  <a:srgbClr val="17242B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6" name="Retângulo 5">
            <a:extLst>
              <a:ext uri="{FF2B5EF4-FFF2-40B4-BE49-F238E27FC236}">
                <a16:creationId xmlns:a16="http://schemas.microsoft.com/office/drawing/2014/main" id="{E945595C-F29A-48EC-91F3-D2D755C036FF}"/>
              </a:ext>
            </a:extLst>
          </p:cNvPr>
          <p:cNvSpPr>
            <a:spLocks noGrp="1"/>
          </p:cNvSpPr>
          <p:nvPr/>
        </p:nvSpPr>
        <p:spPr>
          <a:xfrm>
            <a:off x="1724025" y="1666875"/>
            <a:ext cx="704850" cy="704850"/>
          </a:xfrm>
          <a:prstGeom prst="rect">
            <a:avLst/>
          </a:prstGeom>
          <a:solidFill>
            <a:srgbClr val="213038"/>
          </a:solidFill>
          <a:ln w="0">
            <a:solidFill>
              <a:srgbClr val="213038"/>
            </a:solidFill>
            <a:prstDash val="solid"/>
          </a:ln>
        </p:spPr>
      </p:sp>
      <p:sp>
        <p:nvSpPr>
          <p:cNvPr id="7" name="Retângulo 6">
            <a:extLst>
              <a:ext uri="{FF2B5EF4-FFF2-40B4-BE49-F238E27FC236}">
                <a16:creationId xmlns:a16="http://schemas.microsoft.com/office/drawing/2014/main" id="{B919ADA4-0701-4920-AD5C-371B2DFC4856}"/>
              </a:ext>
            </a:extLst>
          </p:cNvPr>
          <p:cNvSpPr>
            <a:spLocks noGrp="1"/>
          </p:cNvSpPr>
          <p:nvPr/>
        </p:nvSpPr>
        <p:spPr>
          <a:xfrm>
            <a:off x="2457450" y="1666875"/>
            <a:ext cx="704850" cy="704850"/>
          </a:xfrm>
          <a:prstGeom prst="rect">
            <a:avLst/>
          </a:prstGeom>
          <a:solidFill>
            <a:srgbClr val="213038"/>
          </a:solidFill>
          <a:ln w="0">
            <a:solidFill>
              <a:srgbClr val="213038"/>
            </a:solidFill>
            <a:prstDash val="solid"/>
          </a:ln>
        </p:spPr>
      </p:sp>
      <p:sp>
        <p:nvSpPr>
          <p:cNvPr id="8" name="Retângulo 7">
            <a:extLst>
              <a:ext uri="{FF2B5EF4-FFF2-40B4-BE49-F238E27FC236}">
                <a16:creationId xmlns:a16="http://schemas.microsoft.com/office/drawing/2014/main" id="{B57768DA-6BD3-4939-9063-58B830287CD2}"/>
              </a:ext>
            </a:extLst>
          </p:cNvPr>
          <p:cNvSpPr>
            <a:spLocks noGrp="1"/>
          </p:cNvSpPr>
          <p:nvPr/>
        </p:nvSpPr>
        <p:spPr>
          <a:xfrm>
            <a:off x="3190875" y="1666875"/>
            <a:ext cx="704850" cy="704850"/>
          </a:xfrm>
          <a:prstGeom prst="rect">
            <a:avLst/>
          </a:prstGeom>
          <a:solidFill>
            <a:srgbClr val="213038"/>
          </a:solidFill>
          <a:ln w="0">
            <a:solidFill>
              <a:srgbClr val="213038"/>
            </a:solidFill>
            <a:prstDash val="solid"/>
          </a:ln>
        </p:spPr>
      </p:sp>
      <p:sp>
        <p:nvSpPr>
          <p:cNvPr id="9" name="Retângulo 8">
            <a:extLst>
              <a:ext uri="{FF2B5EF4-FFF2-40B4-BE49-F238E27FC236}">
                <a16:creationId xmlns:a16="http://schemas.microsoft.com/office/drawing/2014/main" id="{A75466B3-5CF0-40B3-BED0-B56326F83677}"/>
              </a:ext>
            </a:extLst>
          </p:cNvPr>
          <p:cNvSpPr>
            <a:spLocks noGrp="1"/>
          </p:cNvSpPr>
          <p:nvPr/>
        </p:nvSpPr>
        <p:spPr>
          <a:xfrm>
            <a:off x="3924300" y="1666875"/>
            <a:ext cx="704850" cy="704850"/>
          </a:xfrm>
          <a:prstGeom prst="rect">
            <a:avLst/>
          </a:prstGeom>
          <a:solidFill>
            <a:srgbClr val="213038"/>
          </a:solidFill>
          <a:ln w="0">
            <a:solidFill>
              <a:srgbClr val="213038"/>
            </a:solidFill>
            <a:prstDash val="solid"/>
          </a:ln>
        </p:spPr>
      </p:sp>
      <p:sp>
        <p:nvSpPr>
          <p:cNvPr id="10" name="Retângulo 9">
            <a:extLst>
              <a:ext uri="{FF2B5EF4-FFF2-40B4-BE49-F238E27FC236}">
                <a16:creationId xmlns:a16="http://schemas.microsoft.com/office/drawing/2014/main" id="{826DA7A6-AF7D-4735-A276-AABA5FFB7B66}"/>
              </a:ext>
            </a:extLst>
          </p:cNvPr>
          <p:cNvSpPr>
            <a:spLocks noGrp="1"/>
          </p:cNvSpPr>
          <p:nvPr/>
        </p:nvSpPr>
        <p:spPr>
          <a:xfrm>
            <a:off x="990600" y="2400300"/>
            <a:ext cx="704850" cy="704850"/>
          </a:xfrm>
          <a:prstGeom prst="rect">
            <a:avLst/>
          </a:prstGeom>
          <a:solidFill>
            <a:srgbClr val="CFE6E1"/>
          </a:solidFill>
          <a:ln w="19050">
            <a:solidFill>
              <a:srgbClr val="14796F"/>
            </a:solidFill>
            <a:prstDash val="solid"/>
          </a:ln>
        </p:spPr>
      </p:sp>
      <p:sp>
        <p:nvSpPr>
          <p:cNvPr id="11" name="Retângulo 10">
            <a:extLst>
              <a:ext uri="{FF2B5EF4-FFF2-40B4-BE49-F238E27FC236}">
                <a16:creationId xmlns:a16="http://schemas.microsoft.com/office/drawing/2014/main" id="{E368D8BC-1EAC-416A-93C6-796118C547F8}"/>
              </a:ext>
            </a:extLst>
          </p:cNvPr>
          <p:cNvSpPr>
            <a:spLocks noGrp="1"/>
          </p:cNvSpPr>
          <p:nvPr/>
        </p:nvSpPr>
        <p:spPr>
          <a:xfrm>
            <a:off x="990600" y="2419350"/>
            <a:ext cx="704850" cy="6762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defRPr sz="1559" b="1">
                <a:solidFill>
                  <a:srgbClr val="14796F"/>
                </a:solidFill>
                <a:latin typeface="Arial"/>
                <a:ea typeface="Arial"/>
                <a:cs typeface="Arial"/>
              </a:defRPr>
            </a:pPr>
            <a:r>
              <a:rPr sz="1559" b="1">
                <a:solidFill>
                  <a:srgbClr val="14796F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12" name="Retângulo 11">
            <a:extLst>
              <a:ext uri="{FF2B5EF4-FFF2-40B4-BE49-F238E27FC236}">
                <a16:creationId xmlns:a16="http://schemas.microsoft.com/office/drawing/2014/main" id="{A0F5E9D8-34B4-49E4-A71C-44D2F326229C}"/>
              </a:ext>
            </a:extLst>
          </p:cNvPr>
          <p:cNvSpPr>
            <a:spLocks noGrp="1"/>
          </p:cNvSpPr>
          <p:nvPr/>
        </p:nvSpPr>
        <p:spPr>
          <a:xfrm>
            <a:off x="1724025" y="2400300"/>
            <a:ext cx="704850" cy="704850"/>
          </a:xfrm>
          <a:prstGeom prst="rect">
            <a:avLst/>
          </a:prstGeom>
          <a:solidFill>
            <a:srgbClr val="CFE6E1"/>
          </a:solidFill>
          <a:ln w="19050">
            <a:solidFill>
              <a:srgbClr val="14796F"/>
            </a:solidFill>
            <a:prstDash val="solid"/>
          </a:ln>
        </p:spPr>
      </p:sp>
      <p:sp>
        <p:nvSpPr>
          <p:cNvPr id="13" name="Retângulo 12">
            <a:extLst>
              <a:ext uri="{FF2B5EF4-FFF2-40B4-BE49-F238E27FC236}">
                <a16:creationId xmlns:a16="http://schemas.microsoft.com/office/drawing/2014/main" id="{6973A767-797C-4663-B13F-9337E60C0327}"/>
              </a:ext>
            </a:extLst>
          </p:cNvPr>
          <p:cNvSpPr>
            <a:spLocks noGrp="1"/>
          </p:cNvSpPr>
          <p:nvPr/>
        </p:nvSpPr>
        <p:spPr>
          <a:xfrm>
            <a:off x="1724025" y="2419350"/>
            <a:ext cx="704850" cy="6762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defRPr sz="1559" b="1">
                <a:solidFill>
                  <a:srgbClr val="14796F"/>
                </a:solidFill>
                <a:latin typeface="Arial"/>
                <a:ea typeface="Arial"/>
                <a:cs typeface="Arial"/>
              </a:defRPr>
            </a:pPr>
            <a:r>
              <a:rPr sz="1559" b="1">
                <a:solidFill>
                  <a:srgbClr val="14796F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  <p:sp>
        <p:nvSpPr>
          <p:cNvPr id="14" name="Retângulo 13">
            <a:extLst>
              <a:ext uri="{FF2B5EF4-FFF2-40B4-BE49-F238E27FC236}">
                <a16:creationId xmlns:a16="http://schemas.microsoft.com/office/drawing/2014/main" id="{7F22B878-B4C8-4B48-AE57-EB9458A9FBA7}"/>
              </a:ext>
            </a:extLst>
          </p:cNvPr>
          <p:cNvSpPr>
            <a:spLocks noGrp="1"/>
          </p:cNvSpPr>
          <p:nvPr/>
        </p:nvSpPr>
        <p:spPr>
          <a:xfrm>
            <a:off x="2457450" y="2400300"/>
            <a:ext cx="704850" cy="704850"/>
          </a:xfrm>
          <a:prstGeom prst="rect">
            <a:avLst/>
          </a:prstGeom>
          <a:solidFill>
            <a:srgbClr val="CFE6E1"/>
          </a:solidFill>
          <a:ln w="19050">
            <a:solidFill>
              <a:srgbClr val="14796F"/>
            </a:solidFill>
            <a:prstDash val="solid"/>
          </a:ln>
        </p:spPr>
      </p:sp>
      <p:sp>
        <p:nvSpPr>
          <p:cNvPr id="15" name="Retângulo 14">
            <a:extLst>
              <a:ext uri="{FF2B5EF4-FFF2-40B4-BE49-F238E27FC236}">
                <a16:creationId xmlns:a16="http://schemas.microsoft.com/office/drawing/2014/main" id="{F32AA3C2-656B-4CA4-A5FD-3CE34D4997DE}"/>
              </a:ext>
            </a:extLst>
          </p:cNvPr>
          <p:cNvSpPr>
            <a:spLocks noGrp="1"/>
          </p:cNvSpPr>
          <p:nvPr/>
        </p:nvSpPr>
        <p:spPr>
          <a:xfrm>
            <a:off x="2457450" y="2419350"/>
            <a:ext cx="704850" cy="6762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defRPr sz="1559" b="1">
                <a:solidFill>
                  <a:srgbClr val="14796F"/>
                </a:solidFill>
                <a:latin typeface="Arial"/>
                <a:ea typeface="Arial"/>
                <a:cs typeface="Arial"/>
              </a:defRPr>
            </a:pPr>
            <a:r>
              <a:rPr sz="1559" b="1">
                <a:solidFill>
                  <a:srgbClr val="14796F"/>
                </a:solidFill>
                <a:latin typeface="Arial"/>
                <a:ea typeface="Arial"/>
                <a:cs typeface="Arial"/>
              </a:rPr>
              <a:t>4</a:t>
            </a:r>
          </a:p>
        </p:txBody>
      </p:sp>
      <p:sp>
        <p:nvSpPr>
          <p:cNvPr id="16" name="Retângulo 15">
            <a:extLst>
              <a:ext uri="{FF2B5EF4-FFF2-40B4-BE49-F238E27FC236}">
                <a16:creationId xmlns:a16="http://schemas.microsoft.com/office/drawing/2014/main" id="{CD1594C9-E7BC-46ED-AA9E-89F7D600DE91}"/>
              </a:ext>
            </a:extLst>
          </p:cNvPr>
          <p:cNvSpPr>
            <a:spLocks noGrp="1"/>
          </p:cNvSpPr>
          <p:nvPr/>
        </p:nvSpPr>
        <p:spPr>
          <a:xfrm>
            <a:off x="3190875" y="2400300"/>
            <a:ext cx="704850" cy="704850"/>
          </a:xfrm>
          <a:prstGeom prst="rect">
            <a:avLst/>
          </a:prstGeom>
          <a:solidFill>
            <a:srgbClr val="213038"/>
          </a:solidFill>
          <a:ln w="0">
            <a:solidFill>
              <a:srgbClr val="213038"/>
            </a:solidFill>
            <a:prstDash val="solid"/>
          </a:ln>
        </p:spPr>
      </p:sp>
      <p:sp>
        <p:nvSpPr>
          <p:cNvPr id="17" name="Retângulo 16">
            <a:extLst>
              <a:ext uri="{FF2B5EF4-FFF2-40B4-BE49-F238E27FC236}">
                <a16:creationId xmlns:a16="http://schemas.microsoft.com/office/drawing/2014/main" id="{E6C5581B-285B-48F9-AA47-1BDB77A4CED0}"/>
              </a:ext>
            </a:extLst>
          </p:cNvPr>
          <p:cNvSpPr>
            <a:spLocks noGrp="1"/>
          </p:cNvSpPr>
          <p:nvPr/>
        </p:nvSpPr>
        <p:spPr>
          <a:xfrm>
            <a:off x="3924300" y="2400300"/>
            <a:ext cx="704850" cy="704850"/>
          </a:xfrm>
          <a:prstGeom prst="rect">
            <a:avLst/>
          </a:prstGeom>
          <a:solidFill>
            <a:srgbClr val="E9EDE9"/>
          </a:solidFill>
          <a:ln w="19050">
            <a:solidFill>
              <a:srgbClr val="DFE4E0"/>
            </a:solidFill>
            <a:prstDash val="solid"/>
          </a:ln>
        </p:spPr>
      </p:sp>
      <p:sp>
        <p:nvSpPr>
          <p:cNvPr id="18" name="Retângulo 17">
            <a:extLst>
              <a:ext uri="{FF2B5EF4-FFF2-40B4-BE49-F238E27FC236}">
                <a16:creationId xmlns:a16="http://schemas.microsoft.com/office/drawing/2014/main" id="{204B9229-5BAD-4CC3-98F5-9A1504FE0F5C}"/>
              </a:ext>
            </a:extLst>
          </p:cNvPr>
          <p:cNvSpPr>
            <a:spLocks noGrp="1"/>
          </p:cNvSpPr>
          <p:nvPr/>
        </p:nvSpPr>
        <p:spPr>
          <a:xfrm>
            <a:off x="990600" y="3133725"/>
            <a:ext cx="704850" cy="704850"/>
          </a:xfrm>
          <a:prstGeom prst="rect">
            <a:avLst/>
          </a:prstGeom>
          <a:solidFill>
            <a:srgbClr val="213038"/>
          </a:solidFill>
          <a:ln w="0">
            <a:solidFill>
              <a:srgbClr val="213038"/>
            </a:solidFill>
            <a:prstDash val="solid"/>
          </a:ln>
        </p:spPr>
      </p:sp>
      <p:sp>
        <p:nvSpPr>
          <p:cNvPr id="19" name="Retângulo 18">
            <a:extLst>
              <a:ext uri="{FF2B5EF4-FFF2-40B4-BE49-F238E27FC236}">
                <a16:creationId xmlns:a16="http://schemas.microsoft.com/office/drawing/2014/main" id="{3FEF1C76-D0BA-44B9-9E53-6BB166E42A97}"/>
              </a:ext>
            </a:extLst>
          </p:cNvPr>
          <p:cNvSpPr>
            <a:spLocks noGrp="1"/>
          </p:cNvSpPr>
          <p:nvPr/>
        </p:nvSpPr>
        <p:spPr>
          <a:xfrm>
            <a:off x="1724025" y="3133725"/>
            <a:ext cx="704850" cy="704850"/>
          </a:xfrm>
          <a:prstGeom prst="rect">
            <a:avLst/>
          </a:prstGeom>
          <a:solidFill>
            <a:srgbClr val="213038"/>
          </a:solidFill>
          <a:ln w="0">
            <a:solidFill>
              <a:srgbClr val="213038"/>
            </a:solidFill>
            <a:prstDash val="solid"/>
          </a:ln>
        </p:spPr>
      </p:sp>
      <p:sp>
        <p:nvSpPr>
          <p:cNvPr id="20" name="Retângulo 19">
            <a:extLst>
              <a:ext uri="{FF2B5EF4-FFF2-40B4-BE49-F238E27FC236}">
                <a16:creationId xmlns:a16="http://schemas.microsoft.com/office/drawing/2014/main" id="{18DC4787-5D25-415C-AE22-86580760D81C}"/>
              </a:ext>
            </a:extLst>
          </p:cNvPr>
          <p:cNvSpPr>
            <a:spLocks noGrp="1"/>
          </p:cNvSpPr>
          <p:nvPr/>
        </p:nvSpPr>
        <p:spPr>
          <a:xfrm>
            <a:off x="2457450" y="3133725"/>
            <a:ext cx="704850" cy="704850"/>
          </a:xfrm>
          <a:prstGeom prst="rect">
            <a:avLst/>
          </a:prstGeom>
          <a:solidFill>
            <a:srgbClr val="CFE6E1"/>
          </a:solidFill>
          <a:ln w="19050">
            <a:solidFill>
              <a:srgbClr val="14796F"/>
            </a:solidFill>
            <a:prstDash val="solid"/>
          </a:ln>
        </p:spPr>
      </p:sp>
      <p:sp>
        <p:nvSpPr>
          <p:cNvPr id="21" name="Retângulo 20">
            <a:extLst>
              <a:ext uri="{FF2B5EF4-FFF2-40B4-BE49-F238E27FC236}">
                <a16:creationId xmlns:a16="http://schemas.microsoft.com/office/drawing/2014/main" id="{E69CAC7E-26DB-49C8-B644-CBC12A0ECA3E}"/>
              </a:ext>
            </a:extLst>
          </p:cNvPr>
          <p:cNvSpPr>
            <a:spLocks noGrp="1"/>
          </p:cNvSpPr>
          <p:nvPr/>
        </p:nvSpPr>
        <p:spPr>
          <a:xfrm>
            <a:off x="2457450" y="3152775"/>
            <a:ext cx="704850" cy="6762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defRPr sz="1559" b="1">
                <a:solidFill>
                  <a:srgbClr val="14796F"/>
                </a:solidFill>
                <a:latin typeface="Arial"/>
                <a:ea typeface="Arial"/>
                <a:cs typeface="Arial"/>
              </a:defRPr>
            </a:pPr>
            <a:r>
              <a:rPr sz="1559" b="1">
                <a:solidFill>
                  <a:srgbClr val="14796F"/>
                </a:solidFill>
                <a:latin typeface="Arial"/>
                <a:ea typeface="Arial"/>
                <a:cs typeface="Arial"/>
              </a:rPr>
              <a:t>5</a:t>
            </a:r>
          </a:p>
        </p:txBody>
      </p:sp>
      <p:sp>
        <p:nvSpPr>
          <p:cNvPr id="22" name="Retângulo 21">
            <a:extLst>
              <a:ext uri="{FF2B5EF4-FFF2-40B4-BE49-F238E27FC236}">
                <a16:creationId xmlns:a16="http://schemas.microsoft.com/office/drawing/2014/main" id="{BC6B4842-DAA4-43B4-B769-AB4D48ED11D3}"/>
              </a:ext>
            </a:extLst>
          </p:cNvPr>
          <p:cNvSpPr>
            <a:spLocks noGrp="1"/>
          </p:cNvSpPr>
          <p:nvPr/>
        </p:nvSpPr>
        <p:spPr>
          <a:xfrm>
            <a:off x="3190875" y="3133725"/>
            <a:ext cx="704850" cy="704850"/>
          </a:xfrm>
          <a:prstGeom prst="rect">
            <a:avLst/>
          </a:prstGeom>
          <a:solidFill>
            <a:srgbClr val="213038"/>
          </a:solidFill>
          <a:ln w="0">
            <a:solidFill>
              <a:srgbClr val="213038"/>
            </a:solidFill>
            <a:prstDash val="solid"/>
          </a:ln>
        </p:spPr>
      </p:sp>
      <p:sp>
        <p:nvSpPr>
          <p:cNvPr id="23" name="Retângulo 22">
            <a:extLst>
              <a:ext uri="{FF2B5EF4-FFF2-40B4-BE49-F238E27FC236}">
                <a16:creationId xmlns:a16="http://schemas.microsoft.com/office/drawing/2014/main" id="{F81165AB-6E14-432F-A10D-76763F0AF15F}"/>
              </a:ext>
            </a:extLst>
          </p:cNvPr>
          <p:cNvSpPr>
            <a:spLocks noGrp="1"/>
          </p:cNvSpPr>
          <p:nvPr/>
        </p:nvSpPr>
        <p:spPr>
          <a:xfrm>
            <a:off x="3924300" y="3133725"/>
            <a:ext cx="704850" cy="704850"/>
          </a:xfrm>
          <a:prstGeom prst="rect">
            <a:avLst/>
          </a:prstGeom>
          <a:solidFill>
            <a:srgbClr val="E9EDE9"/>
          </a:solidFill>
          <a:ln w="19050">
            <a:solidFill>
              <a:srgbClr val="DFE4E0"/>
            </a:solidFill>
            <a:prstDash val="solid"/>
          </a:ln>
        </p:spPr>
      </p:sp>
      <p:sp>
        <p:nvSpPr>
          <p:cNvPr id="24" name="Retângulo 23">
            <a:extLst>
              <a:ext uri="{FF2B5EF4-FFF2-40B4-BE49-F238E27FC236}">
                <a16:creationId xmlns:a16="http://schemas.microsoft.com/office/drawing/2014/main" id="{30F09E98-AC91-4618-8BA1-D94D6E17D501}"/>
              </a:ext>
            </a:extLst>
          </p:cNvPr>
          <p:cNvSpPr>
            <a:spLocks noGrp="1"/>
          </p:cNvSpPr>
          <p:nvPr/>
        </p:nvSpPr>
        <p:spPr>
          <a:xfrm>
            <a:off x="990600" y="3867150"/>
            <a:ext cx="704850" cy="704850"/>
          </a:xfrm>
          <a:prstGeom prst="rect">
            <a:avLst/>
          </a:prstGeom>
          <a:solidFill>
            <a:srgbClr val="213038"/>
          </a:solidFill>
          <a:ln w="0">
            <a:solidFill>
              <a:srgbClr val="213038"/>
            </a:solidFill>
            <a:prstDash val="solid"/>
          </a:ln>
        </p:spPr>
      </p:sp>
      <p:sp>
        <p:nvSpPr>
          <p:cNvPr id="25" name="Retângulo 24">
            <a:extLst>
              <a:ext uri="{FF2B5EF4-FFF2-40B4-BE49-F238E27FC236}">
                <a16:creationId xmlns:a16="http://schemas.microsoft.com/office/drawing/2014/main" id="{9E1B5E44-D0F6-496E-976B-19B9BDB683C4}"/>
              </a:ext>
            </a:extLst>
          </p:cNvPr>
          <p:cNvSpPr>
            <a:spLocks noGrp="1"/>
          </p:cNvSpPr>
          <p:nvPr/>
        </p:nvSpPr>
        <p:spPr>
          <a:xfrm>
            <a:off x="1724025" y="3867150"/>
            <a:ext cx="704850" cy="704850"/>
          </a:xfrm>
          <a:prstGeom prst="rect">
            <a:avLst/>
          </a:prstGeom>
          <a:solidFill>
            <a:srgbClr val="E9EDE9"/>
          </a:solidFill>
          <a:ln w="19050">
            <a:solidFill>
              <a:srgbClr val="DFE4E0"/>
            </a:solidFill>
            <a:prstDash val="solid"/>
          </a:ln>
        </p:spPr>
      </p:sp>
      <p:sp>
        <p:nvSpPr>
          <p:cNvPr id="26" name="Retângulo 25">
            <a:extLst>
              <a:ext uri="{FF2B5EF4-FFF2-40B4-BE49-F238E27FC236}">
                <a16:creationId xmlns:a16="http://schemas.microsoft.com/office/drawing/2014/main" id="{E0372565-1CD7-4BEB-822E-F06BE0122ED5}"/>
              </a:ext>
            </a:extLst>
          </p:cNvPr>
          <p:cNvSpPr>
            <a:spLocks noGrp="1"/>
          </p:cNvSpPr>
          <p:nvPr/>
        </p:nvSpPr>
        <p:spPr>
          <a:xfrm>
            <a:off x="2457450" y="3867150"/>
            <a:ext cx="704850" cy="704850"/>
          </a:xfrm>
          <a:prstGeom prst="rect">
            <a:avLst/>
          </a:prstGeom>
          <a:solidFill>
            <a:srgbClr val="CFE6E1"/>
          </a:solidFill>
          <a:ln w="19050">
            <a:solidFill>
              <a:srgbClr val="14796F"/>
            </a:solidFill>
            <a:prstDash val="solid"/>
          </a:ln>
        </p:spPr>
      </p:sp>
      <p:sp>
        <p:nvSpPr>
          <p:cNvPr id="27" name="Retângulo 26">
            <a:extLst>
              <a:ext uri="{FF2B5EF4-FFF2-40B4-BE49-F238E27FC236}">
                <a16:creationId xmlns:a16="http://schemas.microsoft.com/office/drawing/2014/main" id="{AD244836-7EFD-484A-8598-59CE04848BCF}"/>
              </a:ext>
            </a:extLst>
          </p:cNvPr>
          <p:cNvSpPr>
            <a:spLocks noGrp="1"/>
          </p:cNvSpPr>
          <p:nvPr/>
        </p:nvSpPr>
        <p:spPr>
          <a:xfrm>
            <a:off x="2457450" y="3886200"/>
            <a:ext cx="704850" cy="6762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defRPr sz="1559" b="1">
                <a:solidFill>
                  <a:srgbClr val="14796F"/>
                </a:solidFill>
                <a:latin typeface="Arial"/>
                <a:ea typeface="Arial"/>
                <a:cs typeface="Arial"/>
              </a:defRPr>
            </a:pPr>
            <a:r>
              <a:rPr sz="1559" b="1">
                <a:solidFill>
                  <a:srgbClr val="14796F"/>
                </a:solidFill>
                <a:latin typeface="Arial"/>
                <a:ea typeface="Arial"/>
                <a:cs typeface="Arial"/>
              </a:rPr>
              <a:t>6</a:t>
            </a:r>
          </a:p>
        </p:txBody>
      </p:sp>
      <p:sp>
        <p:nvSpPr>
          <p:cNvPr id="28" name="Retângulo 27">
            <a:extLst>
              <a:ext uri="{FF2B5EF4-FFF2-40B4-BE49-F238E27FC236}">
                <a16:creationId xmlns:a16="http://schemas.microsoft.com/office/drawing/2014/main" id="{2CAC894B-9572-48DE-AEAC-9A51935D5CC5}"/>
              </a:ext>
            </a:extLst>
          </p:cNvPr>
          <p:cNvSpPr>
            <a:spLocks noGrp="1"/>
          </p:cNvSpPr>
          <p:nvPr/>
        </p:nvSpPr>
        <p:spPr>
          <a:xfrm>
            <a:off x="3190875" y="3867150"/>
            <a:ext cx="704850" cy="704850"/>
          </a:xfrm>
          <a:prstGeom prst="rect">
            <a:avLst/>
          </a:prstGeom>
          <a:solidFill>
            <a:srgbClr val="CFE6E1"/>
          </a:solidFill>
          <a:ln w="19050">
            <a:solidFill>
              <a:srgbClr val="14796F"/>
            </a:solidFill>
            <a:prstDash val="solid"/>
          </a:ln>
        </p:spPr>
      </p:sp>
      <p:sp>
        <p:nvSpPr>
          <p:cNvPr id="29" name="Retângulo 28">
            <a:extLst>
              <a:ext uri="{FF2B5EF4-FFF2-40B4-BE49-F238E27FC236}">
                <a16:creationId xmlns:a16="http://schemas.microsoft.com/office/drawing/2014/main" id="{7298E197-8234-4469-864F-3EB59389695E}"/>
              </a:ext>
            </a:extLst>
          </p:cNvPr>
          <p:cNvSpPr>
            <a:spLocks noGrp="1"/>
          </p:cNvSpPr>
          <p:nvPr/>
        </p:nvSpPr>
        <p:spPr>
          <a:xfrm>
            <a:off x="3190875" y="3886200"/>
            <a:ext cx="704850" cy="6762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defRPr sz="1559" b="1">
                <a:solidFill>
                  <a:srgbClr val="14796F"/>
                </a:solidFill>
                <a:latin typeface="Arial"/>
                <a:ea typeface="Arial"/>
                <a:cs typeface="Arial"/>
              </a:defRPr>
            </a:pPr>
            <a:r>
              <a:rPr sz="1559" b="1">
                <a:solidFill>
                  <a:srgbClr val="14796F"/>
                </a:solidFill>
                <a:latin typeface="Arial"/>
                <a:ea typeface="Arial"/>
                <a:cs typeface="Arial"/>
              </a:rPr>
              <a:t>7</a:t>
            </a:r>
          </a:p>
        </p:txBody>
      </p:sp>
      <p:sp>
        <p:nvSpPr>
          <p:cNvPr id="30" name="Retângulo 29">
            <a:extLst>
              <a:ext uri="{FF2B5EF4-FFF2-40B4-BE49-F238E27FC236}">
                <a16:creationId xmlns:a16="http://schemas.microsoft.com/office/drawing/2014/main" id="{2F283C34-5964-4A44-858C-867848CD19BB}"/>
              </a:ext>
            </a:extLst>
          </p:cNvPr>
          <p:cNvSpPr>
            <a:spLocks noGrp="1"/>
          </p:cNvSpPr>
          <p:nvPr/>
        </p:nvSpPr>
        <p:spPr>
          <a:xfrm>
            <a:off x="3924300" y="3867150"/>
            <a:ext cx="704850" cy="704850"/>
          </a:xfrm>
          <a:prstGeom prst="rect">
            <a:avLst/>
          </a:prstGeom>
          <a:solidFill>
            <a:srgbClr val="CFE6E1"/>
          </a:solidFill>
          <a:ln w="19050">
            <a:solidFill>
              <a:srgbClr val="14796F"/>
            </a:solidFill>
            <a:prstDash val="solid"/>
          </a:ln>
        </p:spPr>
      </p:sp>
      <p:sp>
        <p:nvSpPr>
          <p:cNvPr id="31" name="Retângulo 30">
            <a:extLst>
              <a:ext uri="{FF2B5EF4-FFF2-40B4-BE49-F238E27FC236}">
                <a16:creationId xmlns:a16="http://schemas.microsoft.com/office/drawing/2014/main" id="{4E58259C-F343-4C81-BA51-3EBAC2085CDE}"/>
              </a:ext>
            </a:extLst>
          </p:cNvPr>
          <p:cNvSpPr>
            <a:spLocks noGrp="1"/>
          </p:cNvSpPr>
          <p:nvPr/>
        </p:nvSpPr>
        <p:spPr>
          <a:xfrm>
            <a:off x="3924300" y="3886200"/>
            <a:ext cx="704850" cy="6762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defRPr sz="1559" b="1">
                <a:solidFill>
                  <a:srgbClr val="14796F"/>
                </a:solidFill>
                <a:latin typeface="Arial"/>
                <a:ea typeface="Arial"/>
                <a:cs typeface="Arial"/>
              </a:defRPr>
            </a:pPr>
            <a:r>
              <a:rPr sz="1559" b="1">
                <a:solidFill>
                  <a:srgbClr val="14796F"/>
                </a:solidFill>
                <a:latin typeface="Arial"/>
                <a:ea typeface="Arial"/>
                <a:cs typeface="Arial"/>
              </a:rPr>
              <a:t>8</a:t>
            </a:r>
          </a:p>
        </p:txBody>
      </p:sp>
      <p:sp>
        <p:nvSpPr>
          <p:cNvPr id="32" name="Retângulo 31">
            <a:extLst>
              <a:ext uri="{FF2B5EF4-FFF2-40B4-BE49-F238E27FC236}">
                <a16:creationId xmlns:a16="http://schemas.microsoft.com/office/drawing/2014/main" id="{E8217FAE-13BA-408D-ADA1-AF0D0529563C}"/>
              </a:ext>
            </a:extLst>
          </p:cNvPr>
          <p:cNvSpPr>
            <a:spLocks noGrp="1"/>
          </p:cNvSpPr>
          <p:nvPr/>
        </p:nvSpPr>
        <p:spPr>
          <a:xfrm>
            <a:off x="990600" y="4600575"/>
            <a:ext cx="704850" cy="704850"/>
          </a:xfrm>
          <a:prstGeom prst="rect">
            <a:avLst/>
          </a:prstGeom>
          <a:solidFill>
            <a:srgbClr val="213038"/>
          </a:solidFill>
          <a:ln w="0">
            <a:solidFill>
              <a:srgbClr val="213038"/>
            </a:solidFill>
            <a:prstDash val="solid"/>
          </a:ln>
        </p:spPr>
      </p:sp>
      <p:sp>
        <p:nvSpPr>
          <p:cNvPr id="33" name="Retângulo 32">
            <a:extLst>
              <a:ext uri="{FF2B5EF4-FFF2-40B4-BE49-F238E27FC236}">
                <a16:creationId xmlns:a16="http://schemas.microsoft.com/office/drawing/2014/main" id="{46B6C38A-362E-4223-8510-7BCBB790618A}"/>
              </a:ext>
            </a:extLst>
          </p:cNvPr>
          <p:cNvSpPr>
            <a:spLocks noGrp="1"/>
          </p:cNvSpPr>
          <p:nvPr/>
        </p:nvSpPr>
        <p:spPr>
          <a:xfrm>
            <a:off x="1724025" y="4600575"/>
            <a:ext cx="704850" cy="704850"/>
          </a:xfrm>
          <a:prstGeom prst="rect">
            <a:avLst/>
          </a:prstGeom>
          <a:solidFill>
            <a:srgbClr val="213038"/>
          </a:solidFill>
          <a:ln w="0">
            <a:solidFill>
              <a:srgbClr val="213038"/>
            </a:solidFill>
            <a:prstDash val="solid"/>
          </a:ln>
        </p:spPr>
      </p:sp>
      <p:sp>
        <p:nvSpPr>
          <p:cNvPr id="34" name="Retângulo 33">
            <a:extLst>
              <a:ext uri="{FF2B5EF4-FFF2-40B4-BE49-F238E27FC236}">
                <a16:creationId xmlns:a16="http://schemas.microsoft.com/office/drawing/2014/main" id="{4922ADFF-5172-4383-8E79-C48BCFF2B48E}"/>
              </a:ext>
            </a:extLst>
          </p:cNvPr>
          <p:cNvSpPr>
            <a:spLocks noGrp="1"/>
          </p:cNvSpPr>
          <p:nvPr/>
        </p:nvSpPr>
        <p:spPr>
          <a:xfrm>
            <a:off x="2457450" y="4600575"/>
            <a:ext cx="704850" cy="704850"/>
          </a:xfrm>
          <a:prstGeom prst="rect">
            <a:avLst/>
          </a:prstGeom>
          <a:solidFill>
            <a:srgbClr val="213038"/>
          </a:solidFill>
          <a:ln w="0">
            <a:solidFill>
              <a:srgbClr val="213038"/>
            </a:solidFill>
            <a:prstDash val="solid"/>
          </a:ln>
        </p:spPr>
      </p:sp>
      <p:sp>
        <p:nvSpPr>
          <p:cNvPr id="35" name="Retângulo 34">
            <a:extLst>
              <a:ext uri="{FF2B5EF4-FFF2-40B4-BE49-F238E27FC236}">
                <a16:creationId xmlns:a16="http://schemas.microsoft.com/office/drawing/2014/main" id="{79C6FA40-FCF8-4338-8363-21D63F67D2A2}"/>
              </a:ext>
            </a:extLst>
          </p:cNvPr>
          <p:cNvSpPr>
            <a:spLocks noGrp="1"/>
          </p:cNvSpPr>
          <p:nvPr/>
        </p:nvSpPr>
        <p:spPr>
          <a:xfrm>
            <a:off x="3190875" y="4600575"/>
            <a:ext cx="704850" cy="704850"/>
          </a:xfrm>
          <a:prstGeom prst="rect">
            <a:avLst/>
          </a:prstGeom>
          <a:solidFill>
            <a:srgbClr val="213038"/>
          </a:solidFill>
          <a:ln w="0">
            <a:solidFill>
              <a:srgbClr val="213038"/>
            </a:solidFill>
            <a:prstDash val="solid"/>
          </a:ln>
        </p:spPr>
      </p:sp>
      <p:sp>
        <p:nvSpPr>
          <p:cNvPr id="36" name="Retângulo 35">
            <a:extLst>
              <a:ext uri="{FF2B5EF4-FFF2-40B4-BE49-F238E27FC236}">
                <a16:creationId xmlns:a16="http://schemas.microsoft.com/office/drawing/2014/main" id="{661EC334-C79D-4974-A547-2CBCCBF86110}"/>
              </a:ext>
            </a:extLst>
          </p:cNvPr>
          <p:cNvSpPr>
            <a:spLocks noGrp="1"/>
          </p:cNvSpPr>
          <p:nvPr/>
        </p:nvSpPr>
        <p:spPr>
          <a:xfrm>
            <a:off x="3924300" y="4600575"/>
            <a:ext cx="704850" cy="704850"/>
          </a:xfrm>
          <a:prstGeom prst="rect">
            <a:avLst/>
          </a:prstGeom>
          <a:solidFill>
            <a:srgbClr val="CFE6E1"/>
          </a:solidFill>
          <a:ln w="19050">
            <a:solidFill>
              <a:srgbClr val="14796F"/>
            </a:solidFill>
            <a:prstDash val="solid"/>
          </a:ln>
        </p:spPr>
      </p:sp>
      <p:sp>
        <p:nvSpPr>
          <p:cNvPr id="37" name="Retângulo 36">
            <a:extLst>
              <a:ext uri="{FF2B5EF4-FFF2-40B4-BE49-F238E27FC236}">
                <a16:creationId xmlns:a16="http://schemas.microsoft.com/office/drawing/2014/main" id="{6C827EA9-3200-4C0F-B2C2-7D5354EB32C9}"/>
              </a:ext>
            </a:extLst>
          </p:cNvPr>
          <p:cNvSpPr>
            <a:spLocks noGrp="1"/>
          </p:cNvSpPr>
          <p:nvPr/>
        </p:nvSpPr>
        <p:spPr>
          <a:xfrm>
            <a:off x="3924300" y="4619625"/>
            <a:ext cx="704850" cy="6762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defRPr sz="1559" b="1">
                <a:solidFill>
                  <a:srgbClr val="17242B"/>
                </a:solidFill>
                <a:latin typeface="Arial"/>
                <a:ea typeface="Arial"/>
                <a:cs typeface="Arial"/>
              </a:defRPr>
            </a:pPr>
            <a:r>
              <a:rPr sz="1559" b="1">
                <a:solidFill>
                  <a:srgbClr val="17242B"/>
                </a:solidFill>
                <a:latin typeface="Arial"/>
                <a:ea typeface="Arial"/>
                <a:cs typeface="Arial"/>
              </a:rPr>
              <a:t>9</a:t>
            </a:r>
          </a:p>
        </p:txBody>
      </p:sp>
      <p:sp>
        <p:nvSpPr>
          <p:cNvPr id="38" name="Retângulo 37">
            <a:extLst>
              <a:ext uri="{FF2B5EF4-FFF2-40B4-BE49-F238E27FC236}">
                <a16:creationId xmlns:a16="http://schemas.microsoft.com/office/drawing/2014/main" id="{300ED155-DBA9-4D6B-AB8C-80DECC5F85C9}"/>
              </a:ext>
            </a:extLst>
          </p:cNvPr>
          <p:cNvSpPr>
            <a:spLocks noGrp="1"/>
          </p:cNvSpPr>
          <p:nvPr/>
        </p:nvSpPr>
        <p:spPr>
          <a:xfrm>
            <a:off x="6096000" y="1714500"/>
            <a:ext cx="476250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defRPr sz="1575" b="1">
                <a:solidFill>
                  <a:srgbClr val="14796F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14796F"/>
                </a:solidFill>
                <a:latin typeface="Arial"/>
                <a:ea typeface="Arial"/>
                <a:cs typeface="Arial"/>
              </a:rPr>
              <a:t>PILHA · LIFO</a:t>
            </a:r>
          </a:p>
        </p:txBody>
      </p:sp>
      <p:sp>
        <p:nvSpPr>
          <p:cNvPr id="39" name="Retângulo 38">
            <a:extLst>
              <a:ext uri="{FF2B5EF4-FFF2-40B4-BE49-F238E27FC236}">
                <a16:creationId xmlns:a16="http://schemas.microsoft.com/office/drawing/2014/main" id="{D9126317-8C3C-4D2C-942C-577AD5581722}"/>
              </a:ext>
            </a:extLst>
          </p:cNvPr>
          <p:cNvSpPr>
            <a:spLocks noGrp="1"/>
          </p:cNvSpPr>
          <p:nvPr/>
        </p:nvSpPr>
        <p:spPr>
          <a:xfrm>
            <a:off x="6096000" y="2085975"/>
            <a:ext cx="4762500" cy="28575"/>
          </a:xfrm>
          <a:prstGeom prst="rect">
            <a:avLst/>
          </a:prstGeom>
          <a:solidFill>
            <a:srgbClr val="14796F"/>
          </a:solidFill>
          <a:ln w="0">
            <a:noFill/>
            <a:prstDash val="solid"/>
          </a:ln>
        </p:spPr>
      </p:sp>
      <p:sp>
        <p:nvSpPr>
          <p:cNvPr id="40" name="Retângulo 39">
            <a:extLst>
              <a:ext uri="{FF2B5EF4-FFF2-40B4-BE49-F238E27FC236}">
                <a16:creationId xmlns:a16="http://schemas.microsoft.com/office/drawing/2014/main" id="{42F67530-371E-47FF-B758-6DF9638BB360}"/>
              </a:ext>
            </a:extLst>
          </p:cNvPr>
          <p:cNvSpPr>
            <a:spLocks noGrp="1"/>
          </p:cNvSpPr>
          <p:nvPr/>
        </p:nvSpPr>
        <p:spPr>
          <a:xfrm>
            <a:off x="6096000" y="2419350"/>
            <a:ext cx="5095875" cy="647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defRPr sz="1800" b="0">
                <a:solidFill>
                  <a:srgbClr val="17242B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17242B"/>
                </a:solidFill>
                <a:latin typeface="Arial"/>
                <a:ea typeface="Arial"/>
                <a:cs typeface="Arial"/>
              </a:rPr>
              <a:t>1. Retira o último estado da pilha</a:t>
            </a:r>
          </a:p>
        </p:txBody>
      </p:sp>
      <p:sp>
        <p:nvSpPr>
          <p:cNvPr id="41" name="Retângulo 40">
            <a:extLst>
              <a:ext uri="{FF2B5EF4-FFF2-40B4-BE49-F238E27FC236}">
                <a16:creationId xmlns:a16="http://schemas.microsoft.com/office/drawing/2014/main" id="{D6F1C6FA-4BB1-45DD-9483-A72C224B7AFE}"/>
              </a:ext>
            </a:extLst>
          </p:cNvPr>
          <p:cNvSpPr>
            <a:spLocks noGrp="1"/>
          </p:cNvSpPr>
          <p:nvPr/>
        </p:nvSpPr>
        <p:spPr>
          <a:xfrm>
            <a:off x="6096000" y="3105150"/>
            <a:ext cx="5095875" cy="647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defRPr sz="1800" b="0">
                <a:solidFill>
                  <a:srgbClr val="17242B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17242B"/>
                </a:solidFill>
                <a:latin typeface="Arial"/>
                <a:ea typeface="Arial"/>
                <a:cs typeface="Arial"/>
              </a:rPr>
              <a:t>2. Marca a posição examinada</a:t>
            </a:r>
          </a:p>
        </p:txBody>
      </p:sp>
      <p:sp>
        <p:nvSpPr>
          <p:cNvPr id="42" name="Retângulo 41">
            <a:extLst>
              <a:ext uri="{FF2B5EF4-FFF2-40B4-BE49-F238E27FC236}">
                <a16:creationId xmlns:a16="http://schemas.microsoft.com/office/drawing/2014/main" id="{7208463D-74F6-4825-B661-00C7460A094F}"/>
              </a:ext>
            </a:extLst>
          </p:cNvPr>
          <p:cNvSpPr>
            <a:spLocks noGrp="1"/>
          </p:cNvSpPr>
          <p:nvPr/>
        </p:nvSpPr>
        <p:spPr>
          <a:xfrm>
            <a:off x="6096000" y="3790950"/>
            <a:ext cx="5095875" cy="647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defRPr sz="1800" b="0">
                <a:solidFill>
                  <a:srgbClr val="17242B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17242B"/>
                </a:solidFill>
                <a:latin typeface="Arial"/>
                <a:ea typeface="Arial"/>
                <a:cs typeface="Arial"/>
              </a:rPr>
              <a:t>3. Adiciona vizinhos ainda não visitados</a:t>
            </a:r>
          </a:p>
        </p:txBody>
      </p:sp>
      <p:sp>
        <p:nvSpPr>
          <p:cNvPr id="43" name="Retângulo 42">
            <a:extLst>
              <a:ext uri="{FF2B5EF4-FFF2-40B4-BE49-F238E27FC236}">
                <a16:creationId xmlns:a16="http://schemas.microsoft.com/office/drawing/2014/main" id="{C903C453-371A-40A6-A329-A031B1D44E6E}"/>
              </a:ext>
            </a:extLst>
          </p:cNvPr>
          <p:cNvSpPr>
            <a:spLocks noGrp="1"/>
          </p:cNvSpPr>
          <p:nvPr/>
        </p:nvSpPr>
        <p:spPr>
          <a:xfrm>
            <a:off x="6096000" y="4981575"/>
            <a:ext cx="4953000" cy="666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defRPr sz="1950" b="1">
                <a:solidFill>
                  <a:srgbClr val="14796F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14796F"/>
                </a:solidFill>
                <a:latin typeface="Arial"/>
                <a:ea typeface="Arial"/>
                <a:cs typeface="Arial"/>
              </a:rPr>
              <a:t>Neste mapa, a DFS alcança a saída sem voltar.</a:t>
            </a:r>
          </a:p>
        </p:txBody>
      </p:sp>
    </p:spTree>
    <p:extLst>
      <p:ext uri="{BB962C8B-B14F-4D97-AF65-F5344CB8AC3E}">
        <p14:creationId xmlns:p14="http://schemas.microsoft.com/office/powerpoint/2010/main" val="85787156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4E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Retângulo 45">
            <a:extLst>
              <a:ext uri="{FF2B5EF4-FFF2-40B4-BE49-F238E27FC236}">
                <a16:creationId xmlns:a16="http://schemas.microsoft.com/office/drawing/2014/main" id="{2707C319-FB08-4D9B-AA04-F11CAE94D55B}"/>
              </a:ext>
            </a:extLst>
          </p:cNvPr>
          <p:cNvSpPr>
            <a:spLocks noGrp="1"/>
          </p:cNvSpPr>
          <p:nvPr/>
        </p:nvSpPr>
        <p:spPr>
          <a:xfrm>
            <a:off x="704850" y="400050"/>
            <a:ext cx="10668000" cy="590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defRPr sz="2700" b="1">
                <a:solidFill>
                  <a:srgbClr val="17242B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17242B"/>
                </a:solidFill>
                <a:latin typeface="Arial"/>
                <a:ea typeface="Arial"/>
                <a:cs typeface="Arial"/>
              </a:rPr>
              <a:t>BFS: expansão por níveis</a:t>
            </a:r>
          </a:p>
        </p:txBody>
      </p:sp>
      <p:sp>
        <p:nvSpPr>
          <p:cNvPr id="2" name="Retângulo 1">
            <a:extLst>
              <a:ext uri="{FF2B5EF4-FFF2-40B4-BE49-F238E27FC236}">
                <a16:creationId xmlns:a16="http://schemas.microsoft.com/office/drawing/2014/main" id="{C85FAA00-461F-4C11-A2FB-324FC6BD4BC1}"/>
              </a:ext>
            </a:extLst>
          </p:cNvPr>
          <p:cNvSpPr>
            <a:spLocks noGrp="1"/>
          </p:cNvSpPr>
          <p:nvPr/>
        </p:nvSpPr>
        <p:spPr>
          <a:xfrm>
            <a:off x="704850" y="6286500"/>
            <a:ext cx="10782300" cy="9525"/>
          </a:xfrm>
          <a:prstGeom prst="rect">
            <a:avLst/>
          </a:prstGeom>
          <a:solidFill>
            <a:srgbClr val="DFE4E0"/>
          </a:solidFill>
          <a:ln w="0">
            <a:noFill/>
            <a:prstDash val="solid"/>
          </a:ln>
        </p:spPr>
      </p:sp>
      <p:sp>
        <p:nvSpPr>
          <p:cNvPr id="3" name="Retângulo 2">
            <a:extLst>
              <a:ext uri="{FF2B5EF4-FFF2-40B4-BE49-F238E27FC236}">
                <a16:creationId xmlns:a16="http://schemas.microsoft.com/office/drawing/2014/main" id="{72A38BA5-B69D-4FD9-911F-9E8235FB7D5E}"/>
              </a:ext>
            </a:extLst>
          </p:cNvPr>
          <p:cNvSpPr>
            <a:spLocks noGrp="1"/>
          </p:cNvSpPr>
          <p:nvPr/>
        </p:nvSpPr>
        <p:spPr>
          <a:xfrm>
            <a:off x="11087100" y="6381750"/>
            <a:ext cx="4000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r">
              <a:defRPr sz="1050" b="0">
                <a:solidFill>
                  <a:srgbClr val="5E6A70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5E6A70"/>
                </a:solidFill>
                <a:latin typeface="Arial"/>
                <a:ea typeface="Arial"/>
                <a:cs typeface="Arial"/>
              </a:rPr>
              <a:t>05</a:t>
            </a:r>
          </a:p>
        </p:txBody>
      </p:sp>
      <p:sp>
        <p:nvSpPr>
          <p:cNvPr id="4" name="Retângulo 3">
            <a:extLst>
              <a:ext uri="{FF2B5EF4-FFF2-40B4-BE49-F238E27FC236}">
                <a16:creationId xmlns:a16="http://schemas.microsoft.com/office/drawing/2014/main" id="{461EE78A-99D0-4A22-9FF4-2E4B13CE7C57}"/>
              </a:ext>
            </a:extLst>
          </p:cNvPr>
          <p:cNvSpPr>
            <a:spLocks noGrp="1"/>
          </p:cNvSpPr>
          <p:nvPr/>
        </p:nvSpPr>
        <p:spPr>
          <a:xfrm>
            <a:off x="990600" y="1666875"/>
            <a:ext cx="704850" cy="704850"/>
          </a:xfrm>
          <a:prstGeom prst="rect">
            <a:avLst/>
          </a:prstGeom>
          <a:solidFill>
            <a:srgbClr val="F3DED0"/>
          </a:solidFill>
          <a:ln w="19050">
            <a:solidFill>
              <a:srgbClr val="C97343"/>
            </a:solidFill>
            <a:prstDash val="solid"/>
          </a:ln>
        </p:spPr>
      </p:sp>
      <p:sp>
        <p:nvSpPr>
          <p:cNvPr id="5" name="Retângulo 4">
            <a:extLst>
              <a:ext uri="{FF2B5EF4-FFF2-40B4-BE49-F238E27FC236}">
                <a16:creationId xmlns:a16="http://schemas.microsoft.com/office/drawing/2014/main" id="{94B31E55-E64A-48E7-9EC2-6E73A1948891}"/>
              </a:ext>
            </a:extLst>
          </p:cNvPr>
          <p:cNvSpPr>
            <a:spLocks noGrp="1"/>
          </p:cNvSpPr>
          <p:nvPr/>
        </p:nvSpPr>
        <p:spPr>
          <a:xfrm>
            <a:off x="990600" y="1685925"/>
            <a:ext cx="704850" cy="6762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defRPr sz="1559" b="1">
                <a:solidFill>
                  <a:srgbClr val="17242B"/>
                </a:solidFill>
                <a:latin typeface="Arial"/>
                <a:ea typeface="Arial"/>
                <a:cs typeface="Arial"/>
              </a:defRPr>
            </a:pPr>
            <a:r>
              <a:rPr sz="1559" b="1">
                <a:solidFill>
                  <a:srgbClr val="17242B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6" name="Retângulo 5">
            <a:extLst>
              <a:ext uri="{FF2B5EF4-FFF2-40B4-BE49-F238E27FC236}">
                <a16:creationId xmlns:a16="http://schemas.microsoft.com/office/drawing/2014/main" id="{D7AE36C0-E81D-45D3-9B8A-A18114FB0797}"/>
              </a:ext>
            </a:extLst>
          </p:cNvPr>
          <p:cNvSpPr>
            <a:spLocks noGrp="1"/>
          </p:cNvSpPr>
          <p:nvPr/>
        </p:nvSpPr>
        <p:spPr>
          <a:xfrm>
            <a:off x="1724025" y="1666875"/>
            <a:ext cx="704850" cy="704850"/>
          </a:xfrm>
          <a:prstGeom prst="rect">
            <a:avLst/>
          </a:prstGeom>
          <a:solidFill>
            <a:srgbClr val="213038"/>
          </a:solidFill>
          <a:ln w="0">
            <a:solidFill>
              <a:srgbClr val="213038"/>
            </a:solidFill>
            <a:prstDash val="solid"/>
          </a:ln>
        </p:spPr>
      </p:sp>
      <p:sp>
        <p:nvSpPr>
          <p:cNvPr id="7" name="Retângulo 6">
            <a:extLst>
              <a:ext uri="{FF2B5EF4-FFF2-40B4-BE49-F238E27FC236}">
                <a16:creationId xmlns:a16="http://schemas.microsoft.com/office/drawing/2014/main" id="{FD27423B-083D-44F6-8F0F-9B2F9772EF28}"/>
              </a:ext>
            </a:extLst>
          </p:cNvPr>
          <p:cNvSpPr>
            <a:spLocks noGrp="1"/>
          </p:cNvSpPr>
          <p:nvPr/>
        </p:nvSpPr>
        <p:spPr>
          <a:xfrm>
            <a:off x="2457450" y="1666875"/>
            <a:ext cx="704850" cy="704850"/>
          </a:xfrm>
          <a:prstGeom prst="rect">
            <a:avLst/>
          </a:prstGeom>
          <a:solidFill>
            <a:srgbClr val="213038"/>
          </a:solidFill>
          <a:ln w="0">
            <a:solidFill>
              <a:srgbClr val="213038"/>
            </a:solidFill>
            <a:prstDash val="solid"/>
          </a:ln>
        </p:spPr>
      </p:sp>
      <p:sp>
        <p:nvSpPr>
          <p:cNvPr id="8" name="Retângulo 7">
            <a:extLst>
              <a:ext uri="{FF2B5EF4-FFF2-40B4-BE49-F238E27FC236}">
                <a16:creationId xmlns:a16="http://schemas.microsoft.com/office/drawing/2014/main" id="{EB42E820-2C8B-4C40-8968-DA29DDF4B65B}"/>
              </a:ext>
            </a:extLst>
          </p:cNvPr>
          <p:cNvSpPr>
            <a:spLocks noGrp="1"/>
          </p:cNvSpPr>
          <p:nvPr/>
        </p:nvSpPr>
        <p:spPr>
          <a:xfrm>
            <a:off x="3190875" y="1666875"/>
            <a:ext cx="704850" cy="704850"/>
          </a:xfrm>
          <a:prstGeom prst="rect">
            <a:avLst/>
          </a:prstGeom>
          <a:solidFill>
            <a:srgbClr val="213038"/>
          </a:solidFill>
          <a:ln w="0">
            <a:solidFill>
              <a:srgbClr val="213038"/>
            </a:solidFill>
            <a:prstDash val="solid"/>
          </a:ln>
        </p:spPr>
      </p:sp>
      <p:sp>
        <p:nvSpPr>
          <p:cNvPr id="9" name="Retângulo 8">
            <a:extLst>
              <a:ext uri="{FF2B5EF4-FFF2-40B4-BE49-F238E27FC236}">
                <a16:creationId xmlns:a16="http://schemas.microsoft.com/office/drawing/2014/main" id="{1C8BBCC7-373B-46CD-810B-64501EF46D46}"/>
              </a:ext>
            </a:extLst>
          </p:cNvPr>
          <p:cNvSpPr>
            <a:spLocks noGrp="1"/>
          </p:cNvSpPr>
          <p:nvPr/>
        </p:nvSpPr>
        <p:spPr>
          <a:xfrm>
            <a:off x="3924300" y="1666875"/>
            <a:ext cx="704850" cy="704850"/>
          </a:xfrm>
          <a:prstGeom prst="rect">
            <a:avLst/>
          </a:prstGeom>
          <a:solidFill>
            <a:srgbClr val="213038"/>
          </a:solidFill>
          <a:ln w="0">
            <a:solidFill>
              <a:srgbClr val="213038"/>
            </a:solidFill>
            <a:prstDash val="solid"/>
          </a:ln>
        </p:spPr>
      </p:sp>
      <p:sp>
        <p:nvSpPr>
          <p:cNvPr id="10" name="Retângulo 9">
            <a:extLst>
              <a:ext uri="{FF2B5EF4-FFF2-40B4-BE49-F238E27FC236}">
                <a16:creationId xmlns:a16="http://schemas.microsoft.com/office/drawing/2014/main" id="{064B0F01-8472-4CA2-A92E-7C158562C420}"/>
              </a:ext>
            </a:extLst>
          </p:cNvPr>
          <p:cNvSpPr>
            <a:spLocks noGrp="1"/>
          </p:cNvSpPr>
          <p:nvPr/>
        </p:nvSpPr>
        <p:spPr>
          <a:xfrm>
            <a:off x="990600" y="2400300"/>
            <a:ext cx="704850" cy="704850"/>
          </a:xfrm>
          <a:prstGeom prst="rect">
            <a:avLst/>
          </a:prstGeom>
          <a:solidFill>
            <a:srgbClr val="F3DED0"/>
          </a:solidFill>
          <a:ln w="19050">
            <a:solidFill>
              <a:srgbClr val="C97343"/>
            </a:solidFill>
            <a:prstDash val="solid"/>
          </a:ln>
        </p:spPr>
      </p:sp>
      <p:sp>
        <p:nvSpPr>
          <p:cNvPr id="11" name="Retângulo 10">
            <a:extLst>
              <a:ext uri="{FF2B5EF4-FFF2-40B4-BE49-F238E27FC236}">
                <a16:creationId xmlns:a16="http://schemas.microsoft.com/office/drawing/2014/main" id="{0BDC516B-44F2-4DBA-A40F-0705057C916F}"/>
              </a:ext>
            </a:extLst>
          </p:cNvPr>
          <p:cNvSpPr>
            <a:spLocks noGrp="1"/>
          </p:cNvSpPr>
          <p:nvPr/>
        </p:nvSpPr>
        <p:spPr>
          <a:xfrm>
            <a:off x="990600" y="2419350"/>
            <a:ext cx="704850" cy="6762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defRPr sz="1559" b="1">
                <a:solidFill>
                  <a:srgbClr val="C97343"/>
                </a:solidFill>
                <a:latin typeface="Arial"/>
                <a:ea typeface="Arial"/>
                <a:cs typeface="Arial"/>
              </a:defRPr>
            </a:pPr>
            <a:r>
              <a:rPr sz="1559" b="1">
                <a:solidFill>
                  <a:srgbClr val="C97343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12" name="Retângulo 11">
            <a:extLst>
              <a:ext uri="{FF2B5EF4-FFF2-40B4-BE49-F238E27FC236}">
                <a16:creationId xmlns:a16="http://schemas.microsoft.com/office/drawing/2014/main" id="{F59AEBE9-E65C-45DB-956D-56F200F99D74}"/>
              </a:ext>
            </a:extLst>
          </p:cNvPr>
          <p:cNvSpPr>
            <a:spLocks noGrp="1"/>
          </p:cNvSpPr>
          <p:nvPr/>
        </p:nvSpPr>
        <p:spPr>
          <a:xfrm>
            <a:off x="1724025" y="2400300"/>
            <a:ext cx="704850" cy="704850"/>
          </a:xfrm>
          <a:prstGeom prst="rect">
            <a:avLst/>
          </a:prstGeom>
          <a:solidFill>
            <a:srgbClr val="F3DED0"/>
          </a:solidFill>
          <a:ln w="19050">
            <a:solidFill>
              <a:srgbClr val="C97343"/>
            </a:solidFill>
            <a:prstDash val="solid"/>
          </a:ln>
        </p:spPr>
      </p:sp>
      <p:sp>
        <p:nvSpPr>
          <p:cNvPr id="13" name="Retângulo 12">
            <a:extLst>
              <a:ext uri="{FF2B5EF4-FFF2-40B4-BE49-F238E27FC236}">
                <a16:creationId xmlns:a16="http://schemas.microsoft.com/office/drawing/2014/main" id="{266E12BF-B8E9-40EC-84A4-FD73DCB3C6B5}"/>
              </a:ext>
            </a:extLst>
          </p:cNvPr>
          <p:cNvSpPr>
            <a:spLocks noGrp="1"/>
          </p:cNvSpPr>
          <p:nvPr/>
        </p:nvSpPr>
        <p:spPr>
          <a:xfrm>
            <a:off x="1724025" y="2419350"/>
            <a:ext cx="704850" cy="6762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defRPr sz="1559" b="1">
                <a:solidFill>
                  <a:srgbClr val="C97343"/>
                </a:solidFill>
                <a:latin typeface="Arial"/>
                <a:ea typeface="Arial"/>
                <a:cs typeface="Arial"/>
              </a:defRPr>
            </a:pPr>
            <a:r>
              <a:rPr sz="1559" b="1">
                <a:solidFill>
                  <a:srgbClr val="C97343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  <p:sp>
        <p:nvSpPr>
          <p:cNvPr id="14" name="Retângulo 13">
            <a:extLst>
              <a:ext uri="{FF2B5EF4-FFF2-40B4-BE49-F238E27FC236}">
                <a16:creationId xmlns:a16="http://schemas.microsoft.com/office/drawing/2014/main" id="{7D55F6C1-AFE4-407C-AE8C-0F81977114CF}"/>
              </a:ext>
            </a:extLst>
          </p:cNvPr>
          <p:cNvSpPr>
            <a:spLocks noGrp="1"/>
          </p:cNvSpPr>
          <p:nvPr/>
        </p:nvSpPr>
        <p:spPr>
          <a:xfrm>
            <a:off x="2457450" y="2400300"/>
            <a:ext cx="704850" cy="704850"/>
          </a:xfrm>
          <a:prstGeom prst="rect">
            <a:avLst/>
          </a:prstGeom>
          <a:solidFill>
            <a:srgbClr val="F3DED0"/>
          </a:solidFill>
          <a:ln w="19050">
            <a:solidFill>
              <a:srgbClr val="C97343"/>
            </a:solidFill>
            <a:prstDash val="solid"/>
          </a:ln>
        </p:spPr>
      </p:sp>
      <p:sp>
        <p:nvSpPr>
          <p:cNvPr id="15" name="Retângulo 14">
            <a:extLst>
              <a:ext uri="{FF2B5EF4-FFF2-40B4-BE49-F238E27FC236}">
                <a16:creationId xmlns:a16="http://schemas.microsoft.com/office/drawing/2014/main" id="{C3017FFE-BECE-470E-AA54-09BAF460DC6A}"/>
              </a:ext>
            </a:extLst>
          </p:cNvPr>
          <p:cNvSpPr>
            <a:spLocks noGrp="1"/>
          </p:cNvSpPr>
          <p:nvPr/>
        </p:nvSpPr>
        <p:spPr>
          <a:xfrm>
            <a:off x="2457450" y="2419350"/>
            <a:ext cx="704850" cy="6762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defRPr sz="1559" b="1">
                <a:solidFill>
                  <a:srgbClr val="C97343"/>
                </a:solidFill>
                <a:latin typeface="Arial"/>
                <a:ea typeface="Arial"/>
                <a:cs typeface="Arial"/>
              </a:defRPr>
            </a:pPr>
            <a:r>
              <a:rPr sz="1559" b="1">
                <a:solidFill>
                  <a:srgbClr val="C97343"/>
                </a:solidFill>
                <a:latin typeface="Arial"/>
                <a:ea typeface="Arial"/>
                <a:cs typeface="Arial"/>
              </a:rPr>
              <a:t>4</a:t>
            </a:r>
          </a:p>
        </p:txBody>
      </p:sp>
      <p:sp>
        <p:nvSpPr>
          <p:cNvPr id="16" name="Retângulo 15">
            <a:extLst>
              <a:ext uri="{FF2B5EF4-FFF2-40B4-BE49-F238E27FC236}">
                <a16:creationId xmlns:a16="http://schemas.microsoft.com/office/drawing/2014/main" id="{5240342F-20BF-47F6-8C04-1C9F0B557710}"/>
              </a:ext>
            </a:extLst>
          </p:cNvPr>
          <p:cNvSpPr>
            <a:spLocks noGrp="1"/>
          </p:cNvSpPr>
          <p:nvPr/>
        </p:nvSpPr>
        <p:spPr>
          <a:xfrm>
            <a:off x="3190875" y="2400300"/>
            <a:ext cx="704850" cy="704850"/>
          </a:xfrm>
          <a:prstGeom prst="rect">
            <a:avLst/>
          </a:prstGeom>
          <a:solidFill>
            <a:srgbClr val="213038"/>
          </a:solidFill>
          <a:ln w="0">
            <a:solidFill>
              <a:srgbClr val="213038"/>
            </a:solidFill>
            <a:prstDash val="solid"/>
          </a:ln>
        </p:spPr>
      </p:sp>
      <p:sp>
        <p:nvSpPr>
          <p:cNvPr id="17" name="Retângulo 16">
            <a:extLst>
              <a:ext uri="{FF2B5EF4-FFF2-40B4-BE49-F238E27FC236}">
                <a16:creationId xmlns:a16="http://schemas.microsoft.com/office/drawing/2014/main" id="{B6D7C5A8-EF2D-4E35-85B4-644AD327B9E6}"/>
              </a:ext>
            </a:extLst>
          </p:cNvPr>
          <p:cNvSpPr>
            <a:spLocks noGrp="1"/>
          </p:cNvSpPr>
          <p:nvPr/>
        </p:nvSpPr>
        <p:spPr>
          <a:xfrm>
            <a:off x="3924300" y="2400300"/>
            <a:ext cx="704850" cy="704850"/>
          </a:xfrm>
          <a:prstGeom prst="rect">
            <a:avLst/>
          </a:prstGeom>
          <a:solidFill>
            <a:srgbClr val="E9EDE9"/>
          </a:solidFill>
          <a:ln w="19050">
            <a:solidFill>
              <a:srgbClr val="DFE4E0"/>
            </a:solidFill>
            <a:prstDash val="solid"/>
          </a:ln>
        </p:spPr>
      </p:sp>
      <p:sp>
        <p:nvSpPr>
          <p:cNvPr id="18" name="Retângulo 17">
            <a:extLst>
              <a:ext uri="{FF2B5EF4-FFF2-40B4-BE49-F238E27FC236}">
                <a16:creationId xmlns:a16="http://schemas.microsoft.com/office/drawing/2014/main" id="{1553E4FA-7C05-456E-A2D7-561F2402E55E}"/>
              </a:ext>
            </a:extLst>
          </p:cNvPr>
          <p:cNvSpPr>
            <a:spLocks noGrp="1"/>
          </p:cNvSpPr>
          <p:nvPr/>
        </p:nvSpPr>
        <p:spPr>
          <a:xfrm>
            <a:off x="990600" y="3133725"/>
            <a:ext cx="704850" cy="704850"/>
          </a:xfrm>
          <a:prstGeom prst="rect">
            <a:avLst/>
          </a:prstGeom>
          <a:solidFill>
            <a:srgbClr val="213038"/>
          </a:solidFill>
          <a:ln w="0">
            <a:solidFill>
              <a:srgbClr val="213038"/>
            </a:solidFill>
            <a:prstDash val="solid"/>
          </a:ln>
        </p:spPr>
      </p:sp>
      <p:sp>
        <p:nvSpPr>
          <p:cNvPr id="19" name="Retângulo 18">
            <a:extLst>
              <a:ext uri="{FF2B5EF4-FFF2-40B4-BE49-F238E27FC236}">
                <a16:creationId xmlns:a16="http://schemas.microsoft.com/office/drawing/2014/main" id="{F68005C1-9E58-49DF-BB4B-C77F3AA16CE0}"/>
              </a:ext>
            </a:extLst>
          </p:cNvPr>
          <p:cNvSpPr>
            <a:spLocks noGrp="1"/>
          </p:cNvSpPr>
          <p:nvPr/>
        </p:nvSpPr>
        <p:spPr>
          <a:xfrm>
            <a:off x="1724025" y="3133725"/>
            <a:ext cx="704850" cy="704850"/>
          </a:xfrm>
          <a:prstGeom prst="rect">
            <a:avLst/>
          </a:prstGeom>
          <a:solidFill>
            <a:srgbClr val="213038"/>
          </a:solidFill>
          <a:ln w="0">
            <a:solidFill>
              <a:srgbClr val="213038"/>
            </a:solidFill>
            <a:prstDash val="solid"/>
          </a:ln>
        </p:spPr>
      </p:sp>
      <p:sp>
        <p:nvSpPr>
          <p:cNvPr id="20" name="Retângulo 19">
            <a:extLst>
              <a:ext uri="{FF2B5EF4-FFF2-40B4-BE49-F238E27FC236}">
                <a16:creationId xmlns:a16="http://schemas.microsoft.com/office/drawing/2014/main" id="{C689B37B-390F-4A7C-BC9D-77F1A0E52865}"/>
              </a:ext>
            </a:extLst>
          </p:cNvPr>
          <p:cNvSpPr>
            <a:spLocks noGrp="1"/>
          </p:cNvSpPr>
          <p:nvPr/>
        </p:nvSpPr>
        <p:spPr>
          <a:xfrm>
            <a:off x="2457450" y="3133725"/>
            <a:ext cx="704850" cy="704850"/>
          </a:xfrm>
          <a:prstGeom prst="rect">
            <a:avLst/>
          </a:prstGeom>
          <a:solidFill>
            <a:srgbClr val="F3DED0"/>
          </a:solidFill>
          <a:ln w="19050">
            <a:solidFill>
              <a:srgbClr val="C97343"/>
            </a:solidFill>
            <a:prstDash val="solid"/>
          </a:ln>
        </p:spPr>
      </p:sp>
      <p:sp>
        <p:nvSpPr>
          <p:cNvPr id="21" name="Retângulo 20">
            <a:extLst>
              <a:ext uri="{FF2B5EF4-FFF2-40B4-BE49-F238E27FC236}">
                <a16:creationId xmlns:a16="http://schemas.microsoft.com/office/drawing/2014/main" id="{5BB58773-44DF-4749-BA67-795FA94FD30C}"/>
              </a:ext>
            </a:extLst>
          </p:cNvPr>
          <p:cNvSpPr>
            <a:spLocks noGrp="1"/>
          </p:cNvSpPr>
          <p:nvPr/>
        </p:nvSpPr>
        <p:spPr>
          <a:xfrm>
            <a:off x="2457450" y="3152775"/>
            <a:ext cx="704850" cy="6762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defRPr sz="1559" b="1">
                <a:solidFill>
                  <a:srgbClr val="C97343"/>
                </a:solidFill>
                <a:latin typeface="Arial"/>
                <a:ea typeface="Arial"/>
                <a:cs typeface="Arial"/>
              </a:defRPr>
            </a:pPr>
            <a:r>
              <a:rPr sz="1559" b="1">
                <a:solidFill>
                  <a:srgbClr val="C97343"/>
                </a:solidFill>
                <a:latin typeface="Arial"/>
                <a:ea typeface="Arial"/>
                <a:cs typeface="Arial"/>
              </a:rPr>
              <a:t>5</a:t>
            </a:r>
          </a:p>
        </p:txBody>
      </p:sp>
      <p:sp>
        <p:nvSpPr>
          <p:cNvPr id="22" name="Retângulo 21">
            <a:extLst>
              <a:ext uri="{FF2B5EF4-FFF2-40B4-BE49-F238E27FC236}">
                <a16:creationId xmlns:a16="http://schemas.microsoft.com/office/drawing/2014/main" id="{D10DEA7D-E33A-4E3F-954B-2278B9961527}"/>
              </a:ext>
            </a:extLst>
          </p:cNvPr>
          <p:cNvSpPr>
            <a:spLocks noGrp="1"/>
          </p:cNvSpPr>
          <p:nvPr/>
        </p:nvSpPr>
        <p:spPr>
          <a:xfrm>
            <a:off x="3190875" y="3133725"/>
            <a:ext cx="704850" cy="704850"/>
          </a:xfrm>
          <a:prstGeom prst="rect">
            <a:avLst/>
          </a:prstGeom>
          <a:solidFill>
            <a:srgbClr val="213038"/>
          </a:solidFill>
          <a:ln w="0">
            <a:solidFill>
              <a:srgbClr val="213038"/>
            </a:solidFill>
            <a:prstDash val="solid"/>
          </a:ln>
        </p:spPr>
      </p:sp>
      <p:sp>
        <p:nvSpPr>
          <p:cNvPr id="23" name="Retângulo 22">
            <a:extLst>
              <a:ext uri="{FF2B5EF4-FFF2-40B4-BE49-F238E27FC236}">
                <a16:creationId xmlns:a16="http://schemas.microsoft.com/office/drawing/2014/main" id="{1853D34D-B196-4B4A-8E7F-FA56715EB57E}"/>
              </a:ext>
            </a:extLst>
          </p:cNvPr>
          <p:cNvSpPr>
            <a:spLocks noGrp="1"/>
          </p:cNvSpPr>
          <p:nvPr/>
        </p:nvSpPr>
        <p:spPr>
          <a:xfrm>
            <a:off x="3924300" y="3133725"/>
            <a:ext cx="704850" cy="704850"/>
          </a:xfrm>
          <a:prstGeom prst="rect">
            <a:avLst/>
          </a:prstGeom>
          <a:solidFill>
            <a:srgbClr val="F7C79F"/>
          </a:solidFill>
          <a:ln w="19050">
            <a:solidFill>
              <a:srgbClr val="DFE4E0"/>
            </a:solidFill>
            <a:prstDash val="solid"/>
          </a:ln>
        </p:spPr>
      </p:sp>
      <p:sp>
        <p:nvSpPr>
          <p:cNvPr id="24" name="Retângulo 23">
            <a:extLst>
              <a:ext uri="{FF2B5EF4-FFF2-40B4-BE49-F238E27FC236}">
                <a16:creationId xmlns:a16="http://schemas.microsoft.com/office/drawing/2014/main" id="{C8F28539-61A3-4DC2-A089-9F7DE4F6E0ED}"/>
              </a:ext>
            </a:extLst>
          </p:cNvPr>
          <p:cNvSpPr>
            <a:spLocks noGrp="1"/>
          </p:cNvSpPr>
          <p:nvPr/>
        </p:nvSpPr>
        <p:spPr>
          <a:xfrm>
            <a:off x="3924300" y="3152775"/>
            <a:ext cx="704850" cy="6762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defRPr sz="1559" b="1">
                <a:solidFill>
                  <a:srgbClr val="C97343"/>
                </a:solidFill>
                <a:latin typeface="Arial"/>
                <a:ea typeface="Arial"/>
                <a:cs typeface="Arial"/>
              </a:defRPr>
            </a:pPr>
            <a:r>
              <a:rPr sz="1559" b="1">
                <a:solidFill>
                  <a:srgbClr val="C97343"/>
                </a:solidFill>
                <a:latin typeface="Arial"/>
                <a:ea typeface="Arial"/>
                <a:cs typeface="Arial"/>
              </a:rPr>
              <a:t>10</a:t>
            </a:r>
          </a:p>
        </p:txBody>
      </p:sp>
      <p:sp>
        <p:nvSpPr>
          <p:cNvPr id="25" name="Retângulo 24">
            <a:extLst>
              <a:ext uri="{FF2B5EF4-FFF2-40B4-BE49-F238E27FC236}">
                <a16:creationId xmlns:a16="http://schemas.microsoft.com/office/drawing/2014/main" id="{4667E7DC-880C-468C-B531-B71D5796B4B9}"/>
              </a:ext>
            </a:extLst>
          </p:cNvPr>
          <p:cNvSpPr>
            <a:spLocks noGrp="1"/>
          </p:cNvSpPr>
          <p:nvPr/>
        </p:nvSpPr>
        <p:spPr>
          <a:xfrm>
            <a:off x="990600" y="3867150"/>
            <a:ext cx="704850" cy="704850"/>
          </a:xfrm>
          <a:prstGeom prst="rect">
            <a:avLst/>
          </a:prstGeom>
          <a:solidFill>
            <a:srgbClr val="213038"/>
          </a:solidFill>
          <a:ln w="0">
            <a:solidFill>
              <a:srgbClr val="213038"/>
            </a:solidFill>
            <a:prstDash val="solid"/>
          </a:ln>
        </p:spPr>
      </p:sp>
      <p:sp>
        <p:nvSpPr>
          <p:cNvPr id="26" name="Retângulo 25">
            <a:extLst>
              <a:ext uri="{FF2B5EF4-FFF2-40B4-BE49-F238E27FC236}">
                <a16:creationId xmlns:a16="http://schemas.microsoft.com/office/drawing/2014/main" id="{9E1BE7C3-976D-46D3-AD72-8FA6E965F83C}"/>
              </a:ext>
            </a:extLst>
          </p:cNvPr>
          <p:cNvSpPr>
            <a:spLocks noGrp="1"/>
          </p:cNvSpPr>
          <p:nvPr/>
        </p:nvSpPr>
        <p:spPr>
          <a:xfrm>
            <a:off x="1724025" y="3867150"/>
            <a:ext cx="704850" cy="704850"/>
          </a:xfrm>
          <a:prstGeom prst="rect">
            <a:avLst/>
          </a:prstGeom>
          <a:solidFill>
            <a:srgbClr val="F7C79F"/>
          </a:solidFill>
          <a:ln w="19050">
            <a:solidFill>
              <a:srgbClr val="DFE4E0"/>
            </a:solidFill>
            <a:prstDash val="solid"/>
          </a:ln>
        </p:spPr>
      </p:sp>
      <p:sp>
        <p:nvSpPr>
          <p:cNvPr id="27" name="Retângulo 26">
            <a:extLst>
              <a:ext uri="{FF2B5EF4-FFF2-40B4-BE49-F238E27FC236}">
                <a16:creationId xmlns:a16="http://schemas.microsoft.com/office/drawing/2014/main" id="{1C1D0267-AEBB-4359-8671-950E984A4ECF}"/>
              </a:ext>
            </a:extLst>
          </p:cNvPr>
          <p:cNvSpPr>
            <a:spLocks noGrp="1"/>
          </p:cNvSpPr>
          <p:nvPr/>
        </p:nvSpPr>
        <p:spPr>
          <a:xfrm>
            <a:off x="1724025" y="3886200"/>
            <a:ext cx="704850" cy="6762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defRPr sz="1559" b="1">
                <a:solidFill>
                  <a:srgbClr val="C97343"/>
                </a:solidFill>
                <a:latin typeface="Arial"/>
                <a:ea typeface="Arial"/>
                <a:cs typeface="Arial"/>
              </a:defRPr>
            </a:pPr>
            <a:r>
              <a:rPr sz="1559" b="1">
                <a:solidFill>
                  <a:srgbClr val="C97343"/>
                </a:solidFill>
                <a:latin typeface="Arial"/>
                <a:ea typeface="Arial"/>
                <a:cs typeface="Arial"/>
              </a:rPr>
              <a:t>7</a:t>
            </a:r>
          </a:p>
        </p:txBody>
      </p:sp>
      <p:sp>
        <p:nvSpPr>
          <p:cNvPr id="28" name="Retângulo 27">
            <a:extLst>
              <a:ext uri="{FF2B5EF4-FFF2-40B4-BE49-F238E27FC236}">
                <a16:creationId xmlns:a16="http://schemas.microsoft.com/office/drawing/2014/main" id="{85BECB05-23C3-4249-A564-3810C0F24562}"/>
              </a:ext>
            </a:extLst>
          </p:cNvPr>
          <p:cNvSpPr>
            <a:spLocks noGrp="1"/>
          </p:cNvSpPr>
          <p:nvPr/>
        </p:nvSpPr>
        <p:spPr>
          <a:xfrm>
            <a:off x="2457450" y="3867150"/>
            <a:ext cx="704850" cy="704850"/>
          </a:xfrm>
          <a:prstGeom prst="rect">
            <a:avLst/>
          </a:prstGeom>
          <a:solidFill>
            <a:srgbClr val="F3DED0"/>
          </a:solidFill>
          <a:ln w="19050">
            <a:solidFill>
              <a:srgbClr val="C97343"/>
            </a:solidFill>
            <a:prstDash val="solid"/>
          </a:ln>
        </p:spPr>
      </p:sp>
      <p:sp>
        <p:nvSpPr>
          <p:cNvPr id="29" name="Retângulo 28">
            <a:extLst>
              <a:ext uri="{FF2B5EF4-FFF2-40B4-BE49-F238E27FC236}">
                <a16:creationId xmlns:a16="http://schemas.microsoft.com/office/drawing/2014/main" id="{0987F4AE-559B-45A1-91C6-E078ACA5A0B2}"/>
              </a:ext>
            </a:extLst>
          </p:cNvPr>
          <p:cNvSpPr>
            <a:spLocks noGrp="1"/>
          </p:cNvSpPr>
          <p:nvPr/>
        </p:nvSpPr>
        <p:spPr>
          <a:xfrm>
            <a:off x="2457450" y="3886200"/>
            <a:ext cx="704850" cy="6762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defRPr sz="1559" b="1">
                <a:solidFill>
                  <a:srgbClr val="C97343"/>
                </a:solidFill>
                <a:latin typeface="Arial"/>
                <a:ea typeface="Arial"/>
                <a:cs typeface="Arial"/>
              </a:defRPr>
            </a:pPr>
            <a:r>
              <a:rPr sz="1559" b="1">
                <a:solidFill>
                  <a:srgbClr val="C97343"/>
                </a:solidFill>
                <a:latin typeface="Arial"/>
                <a:ea typeface="Arial"/>
                <a:cs typeface="Arial"/>
              </a:rPr>
              <a:t>6</a:t>
            </a:r>
          </a:p>
        </p:txBody>
      </p:sp>
      <p:sp>
        <p:nvSpPr>
          <p:cNvPr id="30" name="Retângulo 29">
            <a:extLst>
              <a:ext uri="{FF2B5EF4-FFF2-40B4-BE49-F238E27FC236}">
                <a16:creationId xmlns:a16="http://schemas.microsoft.com/office/drawing/2014/main" id="{34D6ED8F-AFD5-4C0A-BC0F-FE08ABFADEAE}"/>
              </a:ext>
            </a:extLst>
          </p:cNvPr>
          <p:cNvSpPr>
            <a:spLocks noGrp="1"/>
          </p:cNvSpPr>
          <p:nvPr/>
        </p:nvSpPr>
        <p:spPr>
          <a:xfrm>
            <a:off x="3190875" y="3867150"/>
            <a:ext cx="704850" cy="704850"/>
          </a:xfrm>
          <a:prstGeom prst="rect">
            <a:avLst/>
          </a:prstGeom>
          <a:solidFill>
            <a:srgbClr val="F3DED0"/>
          </a:solidFill>
          <a:ln w="19050">
            <a:solidFill>
              <a:srgbClr val="C97343"/>
            </a:solidFill>
            <a:prstDash val="solid"/>
          </a:ln>
        </p:spPr>
      </p:sp>
      <p:sp>
        <p:nvSpPr>
          <p:cNvPr id="31" name="Retângulo 30">
            <a:extLst>
              <a:ext uri="{FF2B5EF4-FFF2-40B4-BE49-F238E27FC236}">
                <a16:creationId xmlns:a16="http://schemas.microsoft.com/office/drawing/2014/main" id="{9C0332EC-5FDB-4AE6-BD9F-3115342AEED4}"/>
              </a:ext>
            </a:extLst>
          </p:cNvPr>
          <p:cNvSpPr>
            <a:spLocks noGrp="1"/>
          </p:cNvSpPr>
          <p:nvPr/>
        </p:nvSpPr>
        <p:spPr>
          <a:xfrm>
            <a:off x="3190875" y="3886200"/>
            <a:ext cx="704850" cy="6762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defRPr sz="1559" b="1">
                <a:solidFill>
                  <a:srgbClr val="C97343"/>
                </a:solidFill>
                <a:latin typeface="Arial"/>
                <a:ea typeface="Arial"/>
                <a:cs typeface="Arial"/>
              </a:defRPr>
            </a:pPr>
            <a:r>
              <a:rPr sz="1559" b="1">
                <a:solidFill>
                  <a:srgbClr val="C97343"/>
                </a:solidFill>
                <a:latin typeface="Arial"/>
                <a:ea typeface="Arial"/>
                <a:cs typeface="Arial"/>
              </a:rPr>
              <a:t>8</a:t>
            </a:r>
          </a:p>
        </p:txBody>
      </p:sp>
      <p:sp>
        <p:nvSpPr>
          <p:cNvPr id="32" name="Retângulo 31">
            <a:extLst>
              <a:ext uri="{FF2B5EF4-FFF2-40B4-BE49-F238E27FC236}">
                <a16:creationId xmlns:a16="http://schemas.microsoft.com/office/drawing/2014/main" id="{AFC0FC85-3203-4D94-895C-DFA883BA5183}"/>
              </a:ext>
            </a:extLst>
          </p:cNvPr>
          <p:cNvSpPr>
            <a:spLocks noGrp="1"/>
          </p:cNvSpPr>
          <p:nvPr/>
        </p:nvSpPr>
        <p:spPr>
          <a:xfrm>
            <a:off x="3924300" y="3867150"/>
            <a:ext cx="704850" cy="704850"/>
          </a:xfrm>
          <a:prstGeom prst="rect">
            <a:avLst/>
          </a:prstGeom>
          <a:solidFill>
            <a:srgbClr val="F3DED0"/>
          </a:solidFill>
          <a:ln w="19050">
            <a:solidFill>
              <a:srgbClr val="C97343"/>
            </a:solidFill>
            <a:prstDash val="solid"/>
          </a:ln>
        </p:spPr>
      </p:sp>
      <p:sp>
        <p:nvSpPr>
          <p:cNvPr id="33" name="Retângulo 32">
            <a:extLst>
              <a:ext uri="{FF2B5EF4-FFF2-40B4-BE49-F238E27FC236}">
                <a16:creationId xmlns:a16="http://schemas.microsoft.com/office/drawing/2014/main" id="{5B18FC12-ADEE-4897-ABFF-726D7ED39E6C}"/>
              </a:ext>
            </a:extLst>
          </p:cNvPr>
          <p:cNvSpPr>
            <a:spLocks noGrp="1"/>
          </p:cNvSpPr>
          <p:nvPr/>
        </p:nvSpPr>
        <p:spPr>
          <a:xfrm>
            <a:off x="3924300" y="3886200"/>
            <a:ext cx="704850" cy="6762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defRPr sz="1559" b="1">
                <a:solidFill>
                  <a:srgbClr val="C97343"/>
                </a:solidFill>
                <a:latin typeface="Arial"/>
                <a:ea typeface="Arial"/>
                <a:cs typeface="Arial"/>
              </a:defRPr>
            </a:pPr>
            <a:r>
              <a:rPr sz="1559" b="1">
                <a:solidFill>
                  <a:srgbClr val="C97343"/>
                </a:solidFill>
                <a:latin typeface="Arial"/>
                <a:ea typeface="Arial"/>
                <a:cs typeface="Arial"/>
              </a:rPr>
              <a:t>9</a:t>
            </a:r>
          </a:p>
        </p:txBody>
      </p:sp>
      <p:sp>
        <p:nvSpPr>
          <p:cNvPr id="34" name="Retângulo 33">
            <a:extLst>
              <a:ext uri="{FF2B5EF4-FFF2-40B4-BE49-F238E27FC236}">
                <a16:creationId xmlns:a16="http://schemas.microsoft.com/office/drawing/2014/main" id="{B76FDE5E-AE83-467F-B084-AAC09B0CFABE}"/>
              </a:ext>
            </a:extLst>
          </p:cNvPr>
          <p:cNvSpPr>
            <a:spLocks noGrp="1"/>
          </p:cNvSpPr>
          <p:nvPr/>
        </p:nvSpPr>
        <p:spPr>
          <a:xfrm>
            <a:off x="990600" y="4600575"/>
            <a:ext cx="704850" cy="704850"/>
          </a:xfrm>
          <a:prstGeom prst="rect">
            <a:avLst/>
          </a:prstGeom>
          <a:solidFill>
            <a:srgbClr val="213038"/>
          </a:solidFill>
          <a:ln w="0">
            <a:solidFill>
              <a:srgbClr val="213038"/>
            </a:solidFill>
            <a:prstDash val="solid"/>
          </a:ln>
        </p:spPr>
      </p:sp>
      <p:sp>
        <p:nvSpPr>
          <p:cNvPr id="35" name="Retângulo 34">
            <a:extLst>
              <a:ext uri="{FF2B5EF4-FFF2-40B4-BE49-F238E27FC236}">
                <a16:creationId xmlns:a16="http://schemas.microsoft.com/office/drawing/2014/main" id="{F00D31A5-4FD3-411C-9F4A-63551731E211}"/>
              </a:ext>
            </a:extLst>
          </p:cNvPr>
          <p:cNvSpPr>
            <a:spLocks noGrp="1"/>
          </p:cNvSpPr>
          <p:nvPr/>
        </p:nvSpPr>
        <p:spPr>
          <a:xfrm>
            <a:off x="1724025" y="4600575"/>
            <a:ext cx="704850" cy="704850"/>
          </a:xfrm>
          <a:prstGeom prst="rect">
            <a:avLst/>
          </a:prstGeom>
          <a:solidFill>
            <a:srgbClr val="213038"/>
          </a:solidFill>
          <a:ln w="0">
            <a:solidFill>
              <a:srgbClr val="213038"/>
            </a:solidFill>
            <a:prstDash val="solid"/>
          </a:ln>
        </p:spPr>
      </p:sp>
      <p:sp>
        <p:nvSpPr>
          <p:cNvPr id="36" name="Retângulo 35">
            <a:extLst>
              <a:ext uri="{FF2B5EF4-FFF2-40B4-BE49-F238E27FC236}">
                <a16:creationId xmlns:a16="http://schemas.microsoft.com/office/drawing/2014/main" id="{36D965E2-A4BF-4076-A727-688EFF68CD36}"/>
              </a:ext>
            </a:extLst>
          </p:cNvPr>
          <p:cNvSpPr>
            <a:spLocks noGrp="1"/>
          </p:cNvSpPr>
          <p:nvPr/>
        </p:nvSpPr>
        <p:spPr>
          <a:xfrm>
            <a:off x="2457450" y="4600575"/>
            <a:ext cx="704850" cy="704850"/>
          </a:xfrm>
          <a:prstGeom prst="rect">
            <a:avLst/>
          </a:prstGeom>
          <a:solidFill>
            <a:srgbClr val="213038"/>
          </a:solidFill>
          <a:ln w="0">
            <a:solidFill>
              <a:srgbClr val="213038"/>
            </a:solidFill>
            <a:prstDash val="solid"/>
          </a:ln>
        </p:spPr>
      </p:sp>
      <p:sp>
        <p:nvSpPr>
          <p:cNvPr id="37" name="Retângulo 36">
            <a:extLst>
              <a:ext uri="{FF2B5EF4-FFF2-40B4-BE49-F238E27FC236}">
                <a16:creationId xmlns:a16="http://schemas.microsoft.com/office/drawing/2014/main" id="{DF982CA0-C797-4119-8E64-F365CE94D37B}"/>
              </a:ext>
            </a:extLst>
          </p:cNvPr>
          <p:cNvSpPr>
            <a:spLocks noGrp="1"/>
          </p:cNvSpPr>
          <p:nvPr/>
        </p:nvSpPr>
        <p:spPr>
          <a:xfrm>
            <a:off x="3190875" y="4600575"/>
            <a:ext cx="704850" cy="704850"/>
          </a:xfrm>
          <a:prstGeom prst="rect">
            <a:avLst/>
          </a:prstGeom>
          <a:solidFill>
            <a:srgbClr val="213038"/>
          </a:solidFill>
          <a:ln w="0">
            <a:solidFill>
              <a:srgbClr val="213038"/>
            </a:solidFill>
            <a:prstDash val="solid"/>
          </a:ln>
        </p:spPr>
      </p:sp>
      <p:sp>
        <p:nvSpPr>
          <p:cNvPr id="38" name="Retângulo 37">
            <a:extLst>
              <a:ext uri="{FF2B5EF4-FFF2-40B4-BE49-F238E27FC236}">
                <a16:creationId xmlns:a16="http://schemas.microsoft.com/office/drawing/2014/main" id="{EBD5A600-8BEC-4E51-A6EE-26FC41189C2F}"/>
              </a:ext>
            </a:extLst>
          </p:cNvPr>
          <p:cNvSpPr>
            <a:spLocks noGrp="1"/>
          </p:cNvSpPr>
          <p:nvPr/>
        </p:nvSpPr>
        <p:spPr>
          <a:xfrm>
            <a:off x="3924300" y="4600575"/>
            <a:ext cx="704850" cy="704850"/>
          </a:xfrm>
          <a:prstGeom prst="rect">
            <a:avLst/>
          </a:prstGeom>
          <a:solidFill>
            <a:srgbClr val="F3DED0"/>
          </a:solidFill>
          <a:ln w="19050">
            <a:solidFill>
              <a:srgbClr val="C97343"/>
            </a:solidFill>
            <a:prstDash val="solid"/>
          </a:ln>
        </p:spPr>
      </p:sp>
      <p:sp>
        <p:nvSpPr>
          <p:cNvPr id="39" name="Retângulo 38">
            <a:extLst>
              <a:ext uri="{FF2B5EF4-FFF2-40B4-BE49-F238E27FC236}">
                <a16:creationId xmlns:a16="http://schemas.microsoft.com/office/drawing/2014/main" id="{86A07256-0785-45BF-9B67-23924DDC261C}"/>
              </a:ext>
            </a:extLst>
          </p:cNvPr>
          <p:cNvSpPr>
            <a:spLocks noGrp="1"/>
          </p:cNvSpPr>
          <p:nvPr/>
        </p:nvSpPr>
        <p:spPr>
          <a:xfrm>
            <a:off x="3924300" y="4619625"/>
            <a:ext cx="704850" cy="6762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defRPr sz="1559" b="1">
                <a:solidFill>
                  <a:srgbClr val="17242B"/>
                </a:solidFill>
                <a:latin typeface="Arial"/>
                <a:ea typeface="Arial"/>
                <a:cs typeface="Arial"/>
              </a:defRPr>
            </a:pPr>
            <a:r>
              <a:rPr sz="1559" b="1">
                <a:solidFill>
                  <a:srgbClr val="17242B"/>
                </a:solidFill>
                <a:latin typeface="Arial"/>
                <a:ea typeface="Arial"/>
                <a:cs typeface="Arial"/>
              </a:rPr>
              <a:t>11</a:t>
            </a:r>
          </a:p>
        </p:txBody>
      </p:sp>
      <p:sp>
        <p:nvSpPr>
          <p:cNvPr id="40" name="Retângulo 39">
            <a:extLst>
              <a:ext uri="{FF2B5EF4-FFF2-40B4-BE49-F238E27FC236}">
                <a16:creationId xmlns:a16="http://schemas.microsoft.com/office/drawing/2014/main" id="{097EB21E-F3E3-4BD4-9548-EB1F24ADA643}"/>
              </a:ext>
            </a:extLst>
          </p:cNvPr>
          <p:cNvSpPr>
            <a:spLocks noGrp="1"/>
          </p:cNvSpPr>
          <p:nvPr/>
        </p:nvSpPr>
        <p:spPr>
          <a:xfrm>
            <a:off x="6096000" y="1714500"/>
            <a:ext cx="476250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defRPr sz="1575" b="1">
                <a:solidFill>
                  <a:srgbClr val="C97343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C97343"/>
                </a:solidFill>
                <a:latin typeface="Arial"/>
                <a:ea typeface="Arial"/>
                <a:cs typeface="Arial"/>
              </a:rPr>
              <a:t>FILA · FIFO</a:t>
            </a:r>
          </a:p>
        </p:txBody>
      </p:sp>
      <p:sp>
        <p:nvSpPr>
          <p:cNvPr id="41" name="Retângulo 40">
            <a:extLst>
              <a:ext uri="{FF2B5EF4-FFF2-40B4-BE49-F238E27FC236}">
                <a16:creationId xmlns:a16="http://schemas.microsoft.com/office/drawing/2014/main" id="{6838FC8D-6272-4458-BF26-68E15D08680C}"/>
              </a:ext>
            </a:extLst>
          </p:cNvPr>
          <p:cNvSpPr>
            <a:spLocks noGrp="1"/>
          </p:cNvSpPr>
          <p:nvPr/>
        </p:nvSpPr>
        <p:spPr>
          <a:xfrm>
            <a:off x="6096000" y="2085975"/>
            <a:ext cx="4762500" cy="28575"/>
          </a:xfrm>
          <a:prstGeom prst="rect">
            <a:avLst/>
          </a:prstGeom>
          <a:solidFill>
            <a:srgbClr val="C97343"/>
          </a:solidFill>
          <a:ln w="0">
            <a:noFill/>
            <a:prstDash val="solid"/>
          </a:ln>
        </p:spPr>
      </p:sp>
      <p:sp>
        <p:nvSpPr>
          <p:cNvPr id="42" name="Retângulo 41">
            <a:extLst>
              <a:ext uri="{FF2B5EF4-FFF2-40B4-BE49-F238E27FC236}">
                <a16:creationId xmlns:a16="http://schemas.microsoft.com/office/drawing/2014/main" id="{47B70F2A-082B-471A-AA07-D079D30CD640}"/>
              </a:ext>
            </a:extLst>
          </p:cNvPr>
          <p:cNvSpPr>
            <a:spLocks noGrp="1"/>
          </p:cNvSpPr>
          <p:nvPr/>
        </p:nvSpPr>
        <p:spPr>
          <a:xfrm>
            <a:off x="6096000" y="2419350"/>
            <a:ext cx="5095875" cy="647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defRPr sz="1800" b="0">
                <a:solidFill>
                  <a:srgbClr val="17242B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17242B"/>
                </a:solidFill>
                <a:latin typeface="Arial"/>
                <a:ea typeface="Arial"/>
                <a:cs typeface="Arial"/>
              </a:rPr>
              <a:t>1. Retira o primeiro estado da fila</a:t>
            </a:r>
          </a:p>
        </p:txBody>
      </p:sp>
      <p:sp>
        <p:nvSpPr>
          <p:cNvPr id="43" name="Retângulo 42">
            <a:extLst>
              <a:ext uri="{FF2B5EF4-FFF2-40B4-BE49-F238E27FC236}">
                <a16:creationId xmlns:a16="http://schemas.microsoft.com/office/drawing/2014/main" id="{33C0A338-F59E-4491-8A4F-2AA160D688F7}"/>
              </a:ext>
            </a:extLst>
          </p:cNvPr>
          <p:cNvSpPr>
            <a:spLocks noGrp="1"/>
          </p:cNvSpPr>
          <p:nvPr/>
        </p:nvSpPr>
        <p:spPr>
          <a:xfrm>
            <a:off x="6096000" y="3105150"/>
            <a:ext cx="5095875" cy="647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defRPr sz="1800" b="0">
                <a:solidFill>
                  <a:srgbClr val="17242B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17242B"/>
                </a:solidFill>
                <a:latin typeface="Arial"/>
                <a:ea typeface="Arial"/>
                <a:cs typeface="Arial"/>
              </a:rPr>
              <a:t>2. Testa os vizinhos livres</a:t>
            </a:r>
          </a:p>
        </p:txBody>
      </p:sp>
      <p:sp>
        <p:nvSpPr>
          <p:cNvPr id="44" name="Retângulo 43">
            <a:extLst>
              <a:ext uri="{FF2B5EF4-FFF2-40B4-BE49-F238E27FC236}">
                <a16:creationId xmlns:a16="http://schemas.microsoft.com/office/drawing/2014/main" id="{7084B5E1-7782-4746-A877-BC6B0A24A505}"/>
              </a:ext>
            </a:extLst>
          </p:cNvPr>
          <p:cNvSpPr>
            <a:spLocks noGrp="1"/>
          </p:cNvSpPr>
          <p:nvPr/>
        </p:nvSpPr>
        <p:spPr>
          <a:xfrm>
            <a:off x="6096000" y="3790950"/>
            <a:ext cx="5095875" cy="647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defRPr sz="1800" b="0">
                <a:solidFill>
                  <a:srgbClr val="17242B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17242B"/>
                </a:solidFill>
                <a:latin typeface="Arial"/>
                <a:ea typeface="Arial"/>
                <a:cs typeface="Arial"/>
              </a:rPr>
              <a:t>3. Coloca novos estados no fim da fila</a:t>
            </a:r>
          </a:p>
        </p:txBody>
      </p:sp>
      <p:sp>
        <p:nvSpPr>
          <p:cNvPr id="45" name="Retângulo 44">
            <a:extLst>
              <a:ext uri="{FF2B5EF4-FFF2-40B4-BE49-F238E27FC236}">
                <a16:creationId xmlns:a16="http://schemas.microsoft.com/office/drawing/2014/main" id="{E5BBFA65-1E2A-4950-9393-B9AA49571C38}"/>
              </a:ext>
            </a:extLst>
          </p:cNvPr>
          <p:cNvSpPr>
            <a:spLocks noGrp="1"/>
          </p:cNvSpPr>
          <p:nvPr/>
        </p:nvSpPr>
        <p:spPr>
          <a:xfrm>
            <a:off x="6096000" y="4981575"/>
            <a:ext cx="4953000" cy="666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defRPr sz="1950" b="1">
                <a:solidFill>
                  <a:srgbClr val="C97343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C97343"/>
                </a:solidFill>
                <a:latin typeface="Arial"/>
                <a:ea typeface="Arial"/>
                <a:cs typeface="Arial"/>
              </a:rPr>
              <a:t>A BFS examina duas casas fora do caminho.</a:t>
            </a:r>
          </a:p>
        </p:txBody>
      </p:sp>
    </p:spTree>
    <p:extLst>
      <p:ext uri="{BB962C8B-B14F-4D97-AF65-F5344CB8AC3E}">
        <p14:creationId xmlns:p14="http://schemas.microsoft.com/office/powerpoint/2010/main" val="103575578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4E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Retângulo 24">
            <a:extLst>
              <a:ext uri="{FF2B5EF4-FFF2-40B4-BE49-F238E27FC236}">
                <a16:creationId xmlns:a16="http://schemas.microsoft.com/office/drawing/2014/main" id="{F3F3F838-92D1-4235-9490-141A2E034C71}"/>
              </a:ext>
            </a:extLst>
          </p:cNvPr>
          <p:cNvSpPr>
            <a:spLocks noGrp="1"/>
          </p:cNvSpPr>
          <p:nvPr/>
        </p:nvSpPr>
        <p:spPr>
          <a:xfrm>
            <a:off x="704850" y="400050"/>
            <a:ext cx="10668000" cy="590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defRPr sz="2700" b="1">
                <a:solidFill>
                  <a:srgbClr val="17242B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17242B"/>
                </a:solidFill>
                <a:latin typeface="Arial"/>
                <a:ea typeface="Arial"/>
                <a:cs typeface="Arial"/>
              </a:rPr>
              <a:t>Pseudocódigos: o que muda</a:t>
            </a:r>
          </a:p>
        </p:txBody>
      </p:sp>
      <p:sp>
        <p:nvSpPr>
          <p:cNvPr id="2" name="Retângulo 1">
            <a:extLst>
              <a:ext uri="{FF2B5EF4-FFF2-40B4-BE49-F238E27FC236}">
                <a16:creationId xmlns:a16="http://schemas.microsoft.com/office/drawing/2014/main" id="{791A809B-2ABD-45FB-8A12-A887ECFCA02C}"/>
              </a:ext>
            </a:extLst>
          </p:cNvPr>
          <p:cNvSpPr>
            <a:spLocks noGrp="1"/>
          </p:cNvSpPr>
          <p:nvPr/>
        </p:nvSpPr>
        <p:spPr>
          <a:xfrm>
            <a:off x="704850" y="6286500"/>
            <a:ext cx="10782300" cy="9525"/>
          </a:xfrm>
          <a:prstGeom prst="rect">
            <a:avLst/>
          </a:prstGeom>
          <a:solidFill>
            <a:srgbClr val="DFE4E0"/>
          </a:solidFill>
          <a:ln w="0">
            <a:noFill/>
            <a:prstDash val="solid"/>
          </a:ln>
        </p:spPr>
      </p:sp>
      <p:sp>
        <p:nvSpPr>
          <p:cNvPr id="3" name="Retângulo 2">
            <a:extLst>
              <a:ext uri="{FF2B5EF4-FFF2-40B4-BE49-F238E27FC236}">
                <a16:creationId xmlns:a16="http://schemas.microsoft.com/office/drawing/2014/main" id="{EAB40AA8-48EB-4175-9F23-010072879A34}"/>
              </a:ext>
            </a:extLst>
          </p:cNvPr>
          <p:cNvSpPr>
            <a:spLocks noGrp="1"/>
          </p:cNvSpPr>
          <p:nvPr/>
        </p:nvSpPr>
        <p:spPr>
          <a:xfrm>
            <a:off x="11087100" y="6381750"/>
            <a:ext cx="4000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r">
              <a:defRPr sz="1050" b="0">
                <a:solidFill>
                  <a:srgbClr val="5E6A70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5E6A70"/>
                </a:solidFill>
                <a:latin typeface="Arial"/>
                <a:ea typeface="Arial"/>
                <a:cs typeface="Arial"/>
              </a:rPr>
              <a:t>06</a:t>
            </a:r>
          </a:p>
        </p:txBody>
      </p:sp>
      <p:sp>
        <p:nvSpPr>
          <p:cNvPr id="4" name="Retângulo 3">
            <a:extLst>
              <a:ext uri="{FF2B5EF4-FFF2-40B4-BE49-F238E27FC236}">
                <a16:creationId xmlns:a16="http://schemas.microsoft.com/office/drawing/2014/main" id="{667E50AC-B8CF-495C-A7E3-7DCDC2442618}"/>
              </a:ext>
            </a:extLst>
          </p:cNvPr>
          <p:cNvSpPr>
            <a:spLocks noGrp="1"/>
          </p:cNvSpPr>
          <p:nvPr/>
        </p:nvSpPr>
        <p:spPr>
          <a:xfrm>
            <a:off x="685800" y="1257300"/>
            <a:ext cx="5114925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defRPr sz="1575" b="1">
                <a:solidFill>
                  <a:srgbClr val="14796F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14796F"/>
                </a:solidFill>
                <a:latin typeface="Arial"/>
                <a:ea typeface="Arial"/>
                <a:cs typeface="Arial"/>
              </a:rPr>
              <a:t>DFS</a:t>
            </a:r>
          </a:p>
        </p:txBody>
      </p:sp>
      <p:sp>
        <p:nvSpPr>
          <p:cNvPr id="5" name="Retângulo 4">
            <a:extLst>
              <a:ext uri="{FF2B5EF4-FFF2-40B4-BE49-F238E27FC236}">
                <a16:creationId xmlns:a16="http://schemas.microsoft.com/office/drawing/2014/main" id="{FEC782C5-81AB-4255-97B1-AD2ADC53B258}"/>
              </a:ext>
            </a:extLst>
          </p:cNvPr>
          <p:cNvSpPr>
            <a:spLocks noGrp="1"/>
          </p:cNvSpPr>
          <p:nvPr/>
        </p:nvSpPr>
        <p:spPr>
          <a:xfrm>
            <a:off x="685800" y="1628775"/>
            <a:ext cx="5114925" cy="28575"/>
          </a:xfrm>
          <a:prstGeom prst="rect">
            <a:avLst/>
          </a:prstGeom>
          <a:solidFill>
            <a:srgbClr val="14796F"/>
          </a:solidFill>
          <a:ln w="0">
            <a:noFill/>
            <a:prstDash val="solid"/>
          </a:ln>
        </p:spPr>
      </p:sp>
      <p:sp>
        <p:nvSpPr>
          <p:cNvPr id="6" name="Retângulo 5">
            <a:extLst>
              <a:ext uri="{FF2B5EF4-FFF2-40B4-BE49-F238E27FC236}">
                <a16:creationId xmlns:a16="http://schemas.microsoft.com/office/drawing/2014/main" id="{0B819961-7ABE-42C1-915C-F36E2DFDA63F}"/>
              </a:ext>
            </a:extLst>
          </p:cNvPr>
          <p:cNvSpPr>
            <a:spLocks noGrp="1"/>
          </p:cNvSpPr>
          <p:nvPr/>
        </p:nvSpPr>
        <p:spPr>
          <a:xfrm>
            <a:off x="6400800" y="1257300"/>
            <a:ext cx="5114925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defRPr sz="1575" b="1">
                <a:solidFill>
                  <a:srgbClr val="C97343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C97343"/>
                </a:solidFill>
                <a:latin typeface="Arial"/>
                <a:ea typeface="Arial"/>
                <a:cs typeface="Arial"/>
              </a:rPr>
              <a:t>BFS</a:t>
            </a:r>
          </a:p>
        </p:txBody>
      </p:sp>
      <p:sp>
        <p:nvSpPr>
          <p:cNvPr id="7" name="Retângulo 6">
            <a:extLst>
              <a:ext uri="{FF2B5EF4-FFF2-40B4-BE49-F238E27FC236}">
                <a16:creationId xmlns:a16="http://schemas.microsoft.com/office/drawing/2014/main" id="{070B9623-838C-4A10-99E6-E76E955C7B4A}"/>
              </a:ext>
            </a:extLst>
          </p:cNvPr>
          <p:cNvSpPr>
            <a:spLocks noGrp="1"/>
          </p:cNvSpPr>
          <p:nvPr/>
        </p:nvSpPr>
        <p:spPr>
          <a:xfrm>
            <a:off x="6400800" y="1628775"/>
            <a:ext cx="5114925" cy="28575"/>
          </a:xfrm>
          <a:prstGeom prst="rect">
            <a:avLst/>
          </a:prstGeom>
          <a:solidFill>
            <a:srgbClr val="C97343"/>
          </a:solidFill>
          <a:ln w="0">
            <a:noFill/>
            <a:prstDash val="solid"/>
          </a:ln>
        </p:spPr>
      </p:sp>
      <p:sp>
        <p:nvSpPr>
          <p:cNvPr id="8" name="Retângulo 7">
            <a:extLst>
              <a:ext uri="{FF2B5EF4-FFF2-40B4-BE49-F238E27FC236}">
                <a16:creationId xmlns:a16="http://schemas.microsoft.com/office/drawing/2014/main" id="{2A45C3EE-F22E-4715-B744-75A9955A3C8D}"/>
              </a:ext>
            </a:extLst>
          </p:cNvPr>
          <p:cNvSpPr>
            <a:spLocks noGrp="1"/>
          </p:cNvSpPr>
          <p:nvPr/>
        </p:nvSpPr>
        <p:spPr>
          <a:xfrm>
            <a:off x="685800" y="1962150"/>
            <a:ext cx="514350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defRPr sz="1500" b="0">
                <a:solidFill>
                  <a:srgbClr val="17242B"/>
                </a:solidFill>
                <a:latin typeface="Consolas"/>
                <a:ea typeface="Consolas"/>
                <a:cs typeface="Consolas"/>
              </a:defRPr>
            </a:pPr>
            <a:r>
              <a:rPr sz="1500" b="0">
                <a:solidFill>
                  <a:srgbClr val="17242B"/>
                </a:solidFill>
                <a:latin typeface="Consolas"/>
                <a:ea typeface="Consolas"/>
                <a:cs typeface="Consolas"/>
              </a:rPr>
              <a:t>criar pilha com posição inicial e caminho</a:t>
            </a:r>
          </a:p>
        </p:txBody>
      </p:sp>
      <p:sp>
        <p:nvSpPr>
          <p:cNvPr id="9" name="Retângulo 8">
            <a:extLst>
              <a:ext uri="{FF2B5EF4-FFF2-40B4-BE49-F238E27FC236}">
                <a16:creationId xmlns:a16="http://schemas.microsoft.com/office/drawing/2014/main" id="{5DDADE04-918F-45F5-B90F-B28F484EFD9C}"/>
              </a:ext>
            </a:extLst>
          </p:cNvPr>
          <p:cNvSpPr>
            <a:spLocks noGrp="1"/>
          </p:cNvSpPr>
          <p:nvPr/>
        </p:nvSpPr>
        <p:spPr>
          <a:xfrm>
            <a:off x="685800" y="2371725"/>
            <a:ext cx="514350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defRPr sz="1500" b="0">
                <a:solidFill>
                  <a:srgbClr val="17242B"/>
                </a:solidFill>
                <a:latin typeface="Consolas"/>
                <a:ea typeface="Consolas"/>
                <a:cs typeface="Consolas"/>
              </a:defRPr>
            </a:pPr>
            <a:r>
              <a:rPr sz="1500" b="0">
                <a:solidFill>
                  <a:srgbClr val="17242B"/>
                </a:solidFill>
                <a:latin typeface="Consolas"/>
                <a:ea typeface="Consolas"/>
                <a:cs typeface="Consolas"/>
              </a:rPr>
              <a:t>criar conjunto visitados vazio</a:t>
            </a:r>
          </a:p>
        </p:txBody>
      </p:sp>
      <p:sp>
        <p:nvSpPr>
          <p:cNvPr id="10" name="Retângulo 9">
            <a:extLst>
              <a:ext uri="{FF2B5EF4-FFF2-40B4-BE49-F238E27FC236}">
                <a16:creationId xmlns:a16="http://schemas.microsoft.com/office/drawing/2014/main" id="{C3ED8321-415F-4419-A8ED-D211D6FB8151}"/>
              </a:ext>
            </a:extLst>
          </p:cNvPr>
          <p:cNvSpPr>
            <a:spLocks noGrp="1"/>
          </p:cNvSpPr>
          <p:nvPr/>
        </p:nvSpPr>
        <p:spPr>
          <a:xfrm>
            <a:off x="685800" y="2781300"/>
            <a:ext cx="514350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defRPr sz="1500" b="0">
                <a:solidFill>
                  <a:srgbClr val="17242B"/>
                </a:solidFill>
                <a:latin typeface="Consolas"/>
                <a:ea typeface="Consolas"/>
                <a:cs typeface="Consolas"/>
              </a:defRPr>
            </a:pPr>
            <a:r>
              <a:rPr sz="1500" b="0">
                <a:solidFill>
                  <a:srgbClr val="17242B"/>
                </a:solidFill>
                <a:latin typeface="Consolas"/>
                <a:ea typeface="Consolas"/>
                <a:cs typeface="Consolas"/>
              </a:rPr>
              <a:t>enquanto a pilha não estiver vazia:</a:t>
            </a:r>
          </a:p>
        </p:txBody>
      </p:sp>
      <p:sp>
        <p:nvSpPr>
          <p:cNvPr id="11" name="Retângulo 10">
            <a:extLst>
              <a:ext uri="{FF2B5EF4-FFF2-40B4-BE49-F238E27FC236}">
                <a16:creationId xmlns:a16="http://schemas.microsoft.com/office/drawing/2014/main" id="{728249FB-F9BD-41A0-B115-28026B81C663}"/>
              </a:ext>
            </a:extLst>
          </p:cNvPr>
          <p:cNvSpPr>
            <a:spLocks noGrp="1"/>
          </p:cNvSpPr>
          <p:nvPr/>
        </p:nvSpPr>
        <p:spPr>
          <a:xfrm>
            <a:off x="685800" y="3190875"/>
            <a:ext cx="514350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defRPr sz="1500" b="1">
                <a:solidFill>
                  <a:srgbClr val="14796F"/>
                </a:solidFill>
                <a:latin typeface="Consolas"/>
                <a:ea typeface="Consolas"/>
                <a:cs typeface="Consolas"/>
              </a:defRPr>
            </a:pPr>
            <a:r>
              <a:rPr sz="1500" b="1">
                <a:solidFill>
                  <a:srgbClr val="14796F"/>
                </a:solidFill>
                <a:latin typeface="Consolas"/>
                <a:ea typeface="Consolas"/>
                <a:cs typeface="Consolas"/>
              </a:rPr>
              <a:t>  retirar o último elemento</a:t>
            </a:r>
          </a:p>
        </p:txBody>
      </p:sp>
      <p:sp>
        <p:nvSpPr>
          <p:cNvPr id="12" name="Retângulo 11">
            <a:extLst>
              <a:ext uri="{FF2B5EF4-FFF2-40B4-BE49-F238E27FC236}">
                <a16:creationId xmlns:a16="http://schemas.microsoft.com/office/drawing/2014/main" id="{6EA00047-3F70-4937-A2C7-C462D5620695}"/>
              </a:ext>
            </a:extLst>
          </p:cNvPr>
          <p:cNvSpPr>
            <a:spLocks noGrp="1"/>
          </p:cNvSpPr>
          <p:nvPr/>
        </p:nvSpPr>
        <p:spPr>
          <a:xfrm>
            <a:off x="685800" y="3600450"/>
            <a:ext cx="514350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defRPr sz="1500" b="0">
                <a:solidFill>
                  <a:srgbClr val="17242B"/>
                </a:solidFill>
                <a:latin typeface="Consolas"/>
                <a:ea typeface="Consolas"/>
                <a:cs typeface="Consolas"/>
              </a:defRPr>
            </a:pPr>
            <a:r>
              <a:rPr sz="1500" b="0">
                <a:solidFill>
                  <a:srgbClr val="17242B"/>
                </a:solidFill>
                <a:latin typeface="Consolas"/>
                <a:ea typeface="Consolas"/>
                <a:cs typeface="Consolas"/>
              </a:rPr>
              <a:t>  se for a posição final: retornar caminho</a:t>
            </a:r>
          </a:p>
        </p:txBody>
      </p:sp>
      <p:sp>
        <p:nvSpPr>
          <p:cNvPr id="13" name="Retângulo 12">
            <a:extLst>
              <a:ext uri="{FF2B5EF4-FFF2-40B4-BE49-F238E27FC236}">
                <a16:creationId xmlns:a16="http://schemas.microsoft.com/office/drawing/2014/main" id="{509DC21C-B730-455C-B466-4C59F30C908F}"/>
              </a:ext>
            </a:extLst>
          </p:cNvPr>
          <p:cNvSpPr>
            <a:spLocks noGrp="1"/>
          </p:cNvSpPr>
          <p:nvPr/>
        </p:nvSpPr>
        <p:spPr>
          <a:xfrm>
            <a:off x="685800" y="4010025"/>
            <a:ext cx="514350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defRPr sz="1500" b="0">
                <a:solidFill>
                  <a:srgbClr val="17242B"/>
                </a:solidFill>
                <a:latin typeface="Consolas"/>
                <a:ea typeface="Consolas"/>
                <a:cs typeface="Consolas"/>
              </a:defRPr>
            </a:pPr>
            <a:r>
              <a:rPr sz="1500" b="0">
                <a:solidFill>
                  <a:srgbClr val="17242B"/>
                </a:solidFill>
                <a:latin typeface="Consolas"/>
                <a:ea typeface="Consolas"/>
                <a:cs typeface="Consolas"/>
              </a:rPr>
              <a:t>  se já visitada: continuar</a:t>
            </a:r>
          </a:p>
        </p:txBody>
      </p:sp>
      <p:sp>
        <p:nvSpPr>
          <p:cNvPr id="14" name="Retângulo 13">
            <a:extLst>
              <a:ext uri="{FF2B5EF4-FFF2-40B4-BE49-F238E27FC236}">
                <a16:creationId xmlns:a16="http://schemas.microsoft.com/office/drawing/2014/main" id="{A12FE123-6CB2-493C-B3F5-81C6FC50FDAB}"/>
              </a:ext>
            </a:extLst>
          </p:cNvPr>
          <p:cNvSpPr>
            <a:spLocks noGrp="1"/>
          </p:cNvSpPr>
          <p:nvPr/>
        </p:nvSpPr>
        <p:spPr>
          <a:xfrm>
            <a:off x="685800" y="4419600"/>
            <a:ext cx="514350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defRPr sz="1500" b="0">
                <a:solidFill>
                  <a:srgbClr val="17242B"/>
                </a:solidFill>
                <a:latin typeface="Consolas"/>
                <a:ea typeface="Consolas"/>
                <a:cs typeface="Consolas"/>
              </a:defRPr>
            </a:pPr>
            <a:r>
              <a:rPr sz="1500" b="0">
                <a:solidFill>
                  <a:srgbClr val="17242B"/>
                </a:solidFill>
                <a:latin typeface="Consolas"/>
                <a:ea typeface="Consolas"/>
                <a:cs typeface="Consolas"/>
              </a:rPr>
              <a:t>  adicionar posição a visitados</a:t>
            </a:r>
          </a:p>
        </p:txBody>
      </p:sp>
      <p:sp>
        <p:nvSpPr>
          <p:cNvPr id="15" name="Retângulo 14">
            <a:extLst>
              <a:ext uri="{FF2B5EF4-FFF2-40B4-BE49-F238E27FC236}">
                <a16:creationId xmlns:a16="http://schemas.microsoft.com/office/drawing/2014/main" id="{AD7A9880-4B64-47EF-A696-8EC3489BE301}"/>
              </a:ext>
            </a:extLst>
          </p:cNvPr>
          <p:cNvSpPr>
            <a:spLocks noGrp="1"/>
          </p:cNvSpPr>
          <p:nvPr/>
        </p:nvSpPr>
        <p:spPr>
          <a:xfrm>
            <a:off x="685800" y="4829175"/>
            <a:ext cx="514350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defRPr sz="1500" b="0">
                <a:solidFill>
                  <a:srgbClr val="17242B"/>
                </a:solidFill>
                <a:latin typeface="Consolas"/>
                <a:ea typeface="Consolas"/>
                <a:cs typeface="Consolas"/>
              </a:defRPr>
            </a:pPr>
            <a:r>
              <a:rPr sz="1500" b="0">
                <a:solidFill>
                  <a:srgbClr val="17242B"/>
                </a:solidFill>
                <a:latin typeface="Consolas"/>
                <a:ea typeface="Consolas"/>
                <a:cs typeface="Consolas"/>
              </a:rPr>
              <a:t>  para cada vizinho não visitado:</a:t>
            </a:r>
          </a:p>
        </p:txBody>
      </p:sp>
      <p:sp>
        <p:nvSpPr>
          <p:cNvPr id="16" name="Retângulo 15">
            <a:extLst>
              <a:ext uri="{FF2B5EF4-FFF2-40B4-BE49-F238E27FC236}">
                <a16:creationId xmlns:a16="http://schemas.microsoft.com/office/drawing/2014/main" id="{268AFA2E-DC72-4DA7-998D-C41EDF60C51C}"/>
              </a:ext>
            </a:extLst>
          </p:cNvPr>
          <p:cNvSpPr>
            <a:spLocks noGrp="1"/>
          </p:cNvSpPr>
          <p:nvPr/>
        </p:nvSpPr>
        <p:spPr>
          <a:xfrm>
            <a:off x="685800" y="5238750"/>
            <a:ext cx="514350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defRPr sz="1500" b="0">
                <a:solidFill>
                  <a:srgbClr val="17242B"/>
                </a:solidFill>
                <a:latin typeface="Consolas"/>
                <a:ea typeface="Consolas"/>
                <a:cs typeface="Consolas"/>
              </a:defRPr>
            </a:pPr>
            <a:r>
              <a:rPr sz="1500" b="0">
                <a:solidFill>
                  <a:srgbClr val="17242B"/>
                </a:solidFill>
                <a:latin typeface="Consolas"/>
                <a:ea typeface="Consolas"/>
                <a:cs typeface="Consolas"/>
              </a:rPr>
              <a:t>    adicionar vizinho e caminho à pilha</a:t>
            </a:r>
          </a:p>
        </p:txBody>
      </p:sp>
      <p:sp>
        <p:nvSpPr>
          <p:cNvPr id="17" name="Retângulo 16">
            <a:extLst>
              <a:ext uri="{FF2B5EF4-FFF2-40B4-BE49-F238E27FC236}">
                <a16:creationId xmlns:a16="http://schemas.microsoft.com/office/drawing/2014/main" id="{7D587DE7-8331-4B51-B1D9-F2584A357058}"/>
              </a:ext>
            </a:extLst>
          </p:cNvPr>
          <p:cNvSpPr>
            <a:spLocks noGrp="1"/>
          </p:cNvSpPr>
          <p:nvPr/>
        </p:nvSpPr>
        <p:spPr>
          <a:xfrm>
            <a:off x="6400800" y="1962150"/>
            <a:ext cx="514350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defRPr sz="1500" b="0">
                <a:solidFill>
                  <a:srgbClr val="17242B"/>
                </a:solidFill>
                <a:latin typeface="Consolas"/>
                <a:ea typeface="Consolas"/>
                <a:cs typeface="Consolas"/>
              </a:defRPr>
            </a:pPr>
            <a:r>
              <a:rPr sz="1500" b="0">
                <a:solidFill>
                  <a:srgbClr val="17242B"/>
                </a:solidFill>
                <a:latin typeface="Consolas"/>
                <a:ea typeface="Consolas"/>
                <a:cs typeface="Consolas"/>
              </a:rPr>
              <a:t>criar fila com posição inicial e caminho</a:t>
            </a:r>
          </a:p>
        </p:txBody>
      </p:sp>
      <p:sp>
        <p:nvSpPr>
          <p:cNvPr id="18" name="Retângulo 17">
            <a:extLst>
              <a:ext uri="{FF2B5EF4-FFF2-40B4-BE49-F238E27FC236}">
                <a16:creationId xmlns:a16="http://schemas.microsoft.com/office/drawing/2014/main" id="{FBAD1419-491E-43A9-8ECF-0D428D1CFA3D}"/>
              </a:ext>
            </a:extLst>
          </p:cNvPr>
          <p:cNvSpPr>
            <a:spLocks noGrp="1"/>
          </p:cNvSpPr>
          <p:nvPr/>
        </p:nvSpPr>
        <p:spPr>
          <a:xfrm>
            <a:off x="6400800" y="2371725"/>
            <a:ext cx="514350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defRPr sz="1500" b="0">
                <a:solidFill>
                  <a:srgbClr val="17242B"/>
                </a:solidFill>
                <a:latin typeface="Consolas"/>
                <a:ea typeface="Consolas"/>
                <a:cs typeface="Consolas"/>
              </a:defRPr>
            </a:pPr>
            <a:r>
              <a:rPr sz="1500" b="0">
                <a:solidFill>
                  <a:srgbClr val="17242B"/>
                </a:solidFill>
                <a:latin typeface="Consolas"/>
                <a:ea typeface="Consolas"/>
                <a:cs typeface="Consolas"/>
              </a:rPr>
              <a:t>marcar posição inicial como visitada</a:t>
            </a:r>
          </a:p>
        </p:txBody>
      </p:sp>
      <p:sp>
        <p:nvSpPr>
          <p:cNvPr id="19" name="Retângulo 18">
            <a:extLst>
              <a:ext uri="{FF2B5EF4-FFF2-40B4-BE49-F238E27FC236}">
                <a16:creationId xmlns:a16="http://schemas.microsoft.com/office/drawing/2014/main" id="{EE4A0CF3-4E6F-467E-BCC7-81DA9F252A4C}"/>
              </a:ext>
            </a:extLst>
          </p:cNvPr>
          <p:cNvSpPr>
            <a:spLocks noGrp="1"/>
          </p:cNvSpPr>
          <p:nvPr/>
        </p:nvSpPr>
        <p:spPr>
          <a:xfrm>
            <a:off x="6400800" y="2781300"/>
            <a:ext cx="514350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defRPr sz="1500" b="0">
                <a:solidFill>
                  <a:srgbClr val="17242B"/>
                </a:solidFill>
                <a:latin typeface="Consolas"/>
                <a:ea typeface="Consolas"/>
                <a:cs typeface="Consolas"/>
              </a:defRPr>
            </a:pPr>
            <a:r>
              <a:rPr sz="1500" b="0">
                <a:solidFill>
                  <a:srgbClr val="17242B"/>
                </a:solidFill>
                <a:latin typeface="Consolas"/>
                <a:ea typeface="Consolas"/>
                <a:cs typeface="Consolas"/>
              </a:rPr>
              <a:t>enquanto a fila não estiver vazia:</a:t>
            </a:r>
          </a:p>
        </p:txBody>
      </p:sp>
      <p:sp>
        <p:nvSpPr>
          <p:cNvPr id="20" name="Retângulo 19">
            <a:extLst>
              <a:ext uri="{FF2B5EF4-FFF2-40B4-BE49-F238E27FC236}">
                <a16:creationId xmlns:a16="http://schemas.microsoft.com/office/drawing/2014/main" id="{1005D4D5-DF60-48C6-B824-5CE6EE43377E}"/>
              </a:ext>
            </a:extLst>
          </p:cNvPr>
          <p:cNvSpPr>
            <a:spLocks noGrp="1"/>
          </p:cNvSpPr>
          <p:nvPr/>
        </p:nvSpPr>
        <p:spPr>
          <a:xfrm>
            <a:off x="6400800" y="3190875"/>
            <a:ext cx="514350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defRPr sz="1500" b="1">
                <a:solidFill>
                  <a:srgbClr val="C97343"/>
                </a:solidFill>
                <a:latin typeface="Consolas"/>
                <a:ea typeface="Consolas"/>
                <a:cs typeface="Consolas"/>
              </a:defRPr>
            </a:pPr>
            <a:r>
              <a:rPr sz="1500" b="1">
                <a:solidFill>
                  <a:srgbClr val="C97343"/>
                </a:solidFill>
                <a:latin typeface="Consolas"/>
                <a:ea typeface="Consolas"/>
                <a:cs typeface="Consolas"/>
              </a:rPr>
              <a:t>  retirar o primeiro elemento</a:t>
            </a:r>
          </a:p>
        </p:txBody>
      </p:sp>
      <p:sp>
        <p:nvSpPr>
          <p:cNvPr id="21" name="Retângulo 20">
            <a:extLst>
              <a:ext uri="{FF2B5EF4-FFF2-40B4-BE49-F238E27FC236}">
                <a16:creationId xmlns:a16="http://schemas.microsoft.com/office/drawing/2014/main" id="{57344D5D-AF9F-4EC3-9D4F-B50EA5B80057}"/>
              </a:ext>
            </a:extLst>
          </p:cNvPr>
          <p:cNvSpPr>
            <a:spLocks noGrp="1"/>
          </p:cNvSpPr>
          <p:nvPr/>
        </p:nvSpPr>
        <p:spPr>
          <a:xfrm>
            <a:off x="6400800" y="3600450"/>
            <a:ext cx="514350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defRPr sz="1500" b="0">
                <a:solidFill>
                  <a:srgbClr val="17242B"/>
                </a:solidFill>
                <a:latin typeface="Consolas"/>
                <a:ea typeface="Consolas"/>
                <a:cs typeface="Consolas"/>
              </a:defRPr>
            </a:pPr>
            <a:r>
              <a:rPr sz="1500" b="0">
                <a:solidFill>
                  <a:srgbClr val="17242B"/>
                </a:solidFill>
                <a:latin typeface="Consolas"/>
                <a:ea typeface="Consolas"/>
                <a:cs typeface="Consolas"/>
              </a:rPr>
              <a:t>  se for a posição final: retornar caminho</a:t>
            </a:r>
          </a:p>
        </p:txBody>
      </p:sp>
      <p:sp>
        <p:nvSpPr>
          <p:cNvPr id="22" name="Retângulo 21">
            <a:extLst>
              <a:ext uri="{FF2B5EF4-FFF2-40B4-BE49-F238E27FC236}">
                <a16:creationId xmlns:a16="http://schemas.microsoft.com/office/drawing/2014/main" id="{07258AD0-8D81-442F-87DC-3B3B0246A669}"/>
              </a:ext>
            </a:extLst>
          </p:cNvPr>
          <p:cNvSpPr>
            <a:spLocks noGrp="1"/>
          </p:cNvSpPr>
          <p:nvPr/>
        </p:nvSpPr>
        <p:spPr>
          <a:xfrm>
            <a:off x="6400800" y="4010025"/>
            <a:ext cx="514350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defRPr sz="1500" b="0">
                <a:solidFill>
                  <a:srgbClr val="17242B"/>
                </a:solidFill>
                <a:latin typeface="Consolas"/>
                <a:ea typeface="Consolas"/>
                <a:cs typeface="Consolas"/>
              </a:defRPr>
            </a:pPr>
            <a:r>
              <a:rPr sz="1500" b="0">
                <a:solidFill>
                  <a:srgbClr val="17242B"/>
                </a:solidFill>
                <a:latin typeface="Consolas"/>
                <a:ea typeface="Consolas"/>
                <a:cs typeface="Consolas"/>
              </a:rPr>
              <a:t>  para cada vizinho não visitado:</a:t>
            </a:r>
          </a:p>
        </p:txBody>
      </p:sp>
      <p:sp>
        <p:nvSpPr>
          <p:cNvPr id="23" name="Retângulo 22">
            <a:extLst>
              <a:ext uri="{FF2B5EF4-FFF2-40B4-BE49-F238E27FC236}">
                <a16:creationId xmlns:a16="http://schemas.microsoft.com/office/drawing/2014/main" id="{32854D3E-83AB-49D8-9CB5-3B50F747FCEA}"/>
              </a:ext>
            </a:extLst>
          </p:cNvPr>
          <p:cNvSpPr>
            <a:spLocks noGrp="1"/>
          </p:cNvSpPr>
          <p:nvPr/>
        </p:nvSpPr>
        <p:spPr>
          <a:xfrm>
            <a:off x="6400800" y="4419600"/>
            <a:ext cx="514350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defRPr sz="1500" b="0">
                <a:solidFill>
                  <a:srgbClr val="17242B"/>
                </a:solidFill>
                <a:latin typeface="Consolas"/>
                <a:ea typeface="Consolas"/>
                <a:cs typeface="Consolas"/>
              </a:defRPr>
            </a:pPr>
            <a:r>
              <a:rPr sz="1500" b="0">
                <a:solidFill>
                  <a:srgbClr val="17242B"/>
                </a:solidFill>
                <a:latin typeface="Consolas"/>
                <a:ea typeface="Consolas"/>
                <a:cs typeface="Consolas"/>
              </a:rPr>
              <a:t>    adicionar vizinho a visitados</a:t>
            </a:r>
          </a:p>
        </p:txBody>
      </p:sp>
      <p:sp>
        <p:nvSpPr>
          <p:cNvPr id="24" name="Retângulo 23">
            <a:extLst>
              <a:ext uri="{FF2B5EF4-FFF2-40B4-BE49-F238E27FC236}">
                <a16:creationId xmlns:a16="http://schemas.microsoft.com/office/drawing/2014/main" id="{63FE95E1-700E-4AF2-8A93-D13B404C53AC}"/>
              </a:ext>
            </a:extLst>
          </p:cNvPr>
          <p:cNvSpPr>
            <a:spLocks noGrp="1"/>
          </p:cNvSpPr>
          <p:nvPr/>
        </p:nvSpPr>
        <p:spPr>
          <a:xfrm>
            <a:off x="6400800" y="4829175"/>
            <a:ext cx="514350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defRPr sz="1500" b="0">
                <a:solidFill>
                  <a:srgbClr val="17242B"/>
                </a:solidFill>
                <a:latin typeface="Consolas"/>
                <a:ea typeface="Consolas"/>
                <a:cs typeface="Consolas"/>
              </a:defRPr>
            </a:pPr>
            <a:r>
              <a:rPr sz="1500" b="0">
                <a:solidFill>
                  <a:srgbClr val="17242B"/>
                </a:solidFill>
                <a:latin typeface="Consolas"/>
                <a:ea typeface="Consolas"/>
                <a:cs typeface="Consolas"/>
              </a:rPr>
              <a:t>    adicionar vizinho e caminho à fila</a:t>
            </a:r>
          </a:p>
        </p:txBody>
      </p:sp>
    </p:spTree>
    <p:extLst>
      <p:ext uri="{BB962C8B-B14F-4D97-AF65-F5344CB8AC3E}">
        <p14:creationId xmlns:p14="http://schemas.microsoft.com/office/powerpoint/2010/main" val="78309766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4E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Retângulo 78">
            <a:extLst>
              <a:ext uri="{FF2B5EF4-FFF2-40B4-BE49-F238E27FC236}">
                <a16:creationId xmlns:a16="http://schemas.microsoft.com/office/drawing/2014/main" id="{1C3C696A-116C-450F-A403-BAB708585A50}"/>
              </a:ext>
            </a:extLst>
          </p:cNvPr>
          <p:cNvSpPr>
            <a:spLocks noGrp="1"/>
          </p:cNvSpPr>
          <p:nvPr/>
        </p:nvSpPr>
        <p:spPr>
          <a:xfrm>
            <a:off x="704850" y="400050"/>
            <a:ext cx="10668000" cy="590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defRPr sz="2700" b="1">
                <a:solidFill>
                  <a:srgbClr val="17242B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17242B"/>
                </a:solidFill>
                <a:latin typeface="Arial"/>
                <a:ea typeface="Arial"/>
                <a:cs typeface="Arial"/>
              </a:rPr>
              <a:t>Mesmo caminho, exploração diferente</a:t>
            </a:r>
          </a:p>
        </p:txBody>
      </p:sp>
      <p:sp>
        <p:nvSpPr>
          <p:cNvPr id="2" name="Retângulo 1">
            <a:extLst>
              <a:ext uri="{FF2B5EF4-FFF2-40B4-BE49-F238E27FC236}">
                <a16:creationId xmlns:a16="http://schemas.microsoft.com/office/drawing/2014/main" id="{5ECC7210-F57B-4E43-A285-D54D18A399C2}"/>
              </a:ext>
            </a:extLst>
          </p:cNvPr>
          <p:cNvSpPr>
            <a:spLocks noGrp="1"/>
          </p:cNvSpPr>
          <p:nvPr/>
        </p:nvSpPr>
        <p:spPr>
          <a:xfrm>
            <a:off x="704850" y="6286500"/>
            <a:ext cx="10782300" cy="9525"/>
          </a:xfrm>
          <a:prstGeom prst="rect">
            <a:avLst/>
          </a:prstGeom>
          <a:solidFill>
            <a:srgbClr val="DFE4E0"/>
          </a:solidFill>
          <a:ln w="0">
            <a:noFill/>
            <a:prstDash val="solid"/>
          </a:ln>
        </p:spPr>
      </p:sp>
      <p:sp>
        <p:nvSpPr>
          <p:cNvPr id="3" name="Retângulo 2">
            <a:extLst>
              <a:ext uri="{FF2B5EF4-FFF2-40B4-BE49-F238E27FC236}">
                <a16:creationId xmlns:a16="http://schemas.microsoft.com/office/drawing/2014/main" id="{9ADCF5B1-2D22-478F-ACFA-B487C1F77AD5}"/>
              </a:ext>
            </a:extLst>
          </p:cNvPr>
          <p:cNvSpPr>
            <a:spLocks noGrp="1"/>
          </p:cNvSpPr>
          <p:nvPr/>
        </p:nvSpPr>
        <p:spPr>
          <a:xfrm>
            <a:off x="11087100" y="6381750"/>
            <a:ext cx="4000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r">
              <a:defRPr sz="1050" b="0">
                <a:solidFill>
                  <a:srgbClr val="5E6A70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5E6A70"/>
                </a:solidFill>
                <a:latin typeface="Arial"/>
                <a:ea typeface="Arial"/>
                <a:cs typeface="Arial"/>
              </a:rPr>
              <a:t>07</a:t>
            </a:r>
          </a:p>
        </p:txBody>
      </p:sp>
      <p:sp>
        <p:nvSpPr>
          <p:cNvPr id="4" name="Retângulo 3">
            <a:extLst>
              <a:ext uri="{FF2B5EF4-FFF2-40B4-BE49-F238E27FC236}">
                <a16:creationId xmlns:a16="http://schemas.microsoft.com/office/drawing/2014/main" id="{3D58DA38-EC92-491D-9F55-9C1A3914A668}"/>
              </a:ext>
            </a:extLst>
          </p:cNvPr>
          <p:cNvSpPr>
            <a:spLocks noGrp="1"/>
          </p:cNvSpPr>
          <p:nvPr/>
        </p:nvSpPr>
        <p:spPr>
          <a:xfrm>
            <a:off x="714375" y="1238250"/>
            <a:ext cx="495300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defRPr sz="1575" b="1">
                <a:solidFill>
                  <a:srgbClr val="14796F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14796F"/>
                </a:solidFill>
                <a:latin typeface="Arial"/>
                <a:ea typeface="Arial"/>
                <a:cs typeface="Arial"/>
              </a:rPr>
              <a:t>DFS · 9 posições</a:t>
            </a:r>
          </a:p>
        </p:txBody>
      </p:sp>
      <p:sp>
        <p:nvSpPr>
          <p:cNvPr id="5" name="Retângulo 4">
            <a:extLst>
              <a:ext uri="{FF2B5EF4-FFF2-40B4-BE49-F238E27FC236}">
                <a16:creationId xmlns:a16="http://schemas.microsoft.com/office/drawing/2014/main" id="{9490E748-796F-4176-B818-FF4B40228229}"/>
              </a:ext>
            </a:extLst>
          </p:cNvPr>
          <p:cNvSpPr>
            <a:spLocks noGrp="1"/>
          </p:cNvSpPr>
          <p:nvPr/>
        </p:nvSpPr>
        <p:spPr>
          <a:xfrm>
            <a:off x="714375" y="1609725"/>
            <a:ext cx="4953000" cy="28575"/>
          </a:xfrm>
          <a:prstGeom prst="rect">
            <a:avLst/>
          </a:prstGeom>
          <a:solidFill>
            <a:srgbClr val="14796F"/>
          </a:solidFill>
          <a:ln w="0">
            <a:noFill/>
            <a:prstDash val="solid"/>
          </a:ln>
        </p:spPr>
      </p:sp>
      <p:sp>
        <p:nvSpPr>
          <p:cNvPr id="6" name="Retângulo 5">
            <a:extLst>
              <a:ext uri="{FF2B5EF4-FFF2-40B4-BE49-F238E27FC236}">
                <a16:creationId xmlns:a16="http://schemas.microsoft.com/office/drawing/2014/main" id="{CF552CC1-9238-4801-8081-29A5AB282C61}"/>
              </a:ext>
            </a:extLst>
          </p:cNvPr>
          <p:cNvSpPr>
            <a:spLocks noGrp="1"/>
          </p:cNvSpPr>
          <p:nvPr/>
        </p:nvSpPr>
        <p:spPr>
          <a:xfrm>
            <a:off x="6524625" y="1238250"/>
            <a:ext cx="495300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defRPr sz="1575" b="1">
                <a:solidFill>
                  <a:srgbClr val="C97343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C97343"/>
                </a:solidFill>
                <a:latin typeface="Arial"/>
                <a:ea typeface="Arial"/>
                <a:cs typeface="Arial"/>
              </a:rPr>
              <a:t>BFS · 11 posições</a:t>
            </a:r>
          </a:p>
        </p:txBody>
      </p:sp>
      <p:sp>
        <p:nvSpPr>
          <p:cNvPr id="7" name="Retângulo 6">
            <a:extLst>
              <a:ext uri="{FF2B5EF4-FFF2-40B4-BE49-F238E27FC236}">
                <a16:creationId xmlns:a16="http://schemas.microsoft.com/office/drawing/2014/main" id="{B4DD4564-0B78-4800-A08D-7EF0BEEAEC0F}"/>
              </a:ext>
            </a:extLst>
          </p:cNvPr>
          <p:cNvSpPr>
            <a:spLocks noGrp="1"/>
          </p:cNvSpPr>
          <p:nvPr/>
        </p:nvSpPr>
        <p:spPr>
          <a:xfrm>
            <a:off x="6524625" y="1609725"/>
            <a:ext cx="4953000" cy="28575"/>
          </a:xfrm>
          <a:prstGeom prst="rect">
            <a:avLst/>
          </a:prstGeom>
          <a:solidFill>
            <a:srgbClr val="C97343"/>
          </a:solidFill>
          <a:ln w="0">
            <a:noFill/>
            <a:prstDash val="solid"/>
          </a:ln>
        </p:spPr>
      </p:sp>
      <p:sp>
        <p:nvSpPr>
          <p:cNvPr id="8" name="Retângulo 7">
            <a:extLst>
              <a:ext uri="{FF2B5EF4-FFF2-40B4-BE49-F238E27FC236}">
                <a16:creationId xmlns:a16="http://schemas.microsoft.com/office/drawing/2014/main" id="{4A90B308-FB73-4E0D-B475-B72C97581540}"/>
              </a:ext>
            </a:extLst>
          </p:cNvPr>
          <p:cNvSpPr>
            <a:spLocks noGrp="1"/>
          </p:cNvSpPr>
          <p:nvPr/>
        </p:nvSpPr>
        <p:spPr>
          <a:xfrm>
            <a:off x="981075" y="1952625"/>
            <a:ext cx="609600" cy="609600"/>
          </a:xfrm>
          <a:prstGeom prst="rect">
            <a:avLst/>
          </a:prstGeom>
          <a:solidFill>
            <a:srgbClr val="CFE6E1"/>
          </a:solidFill>
          <a:ln w="19050">
            <a:solidFill>
              <a:srgbClr val="14796F"/>
            </a:solidFill>
            <a:prstDash val="solid"/>
          </a:ln>
        </p:spPr>
      </p:sp>
      <p:sp>
        <p:nvSpPr>
          <p:cNvPr id="9" name="Retângulo 8">
            <a:extLst>
              <a:ext uri="{FF2B5EF4-FFF2-40B4-BE49-F238E27FC236}">
                <a16:creationId xmlns:a16="http://schemas.microsoft.com/office/drawing/2014/main" id="{EEEEB054-DEA1-4E2C-B69C-BE86657A899D}"/>
              </a:ext>
            </a:extLst>
          </p:cNvPr>
          <p:cNvSpPr>
            <a:spLocks noGrp="1"/>
          </p:cNvSpPr>
          <p:nvPr/>
        </p:nvSpPr>
        <p:spPr>
          <a:xfrm>
            <a:off x="981075" y="1971675"/>
            <a:ext cx="609600" cy="5810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defRPr sz="1357" b="1">
                <a:solidFill>
                  <a:srgbClr val="17242B"/>
                </a:solidFill>
                <a:latin typeface="Arial"/>
                <a:ea typeface="Arial"/>
                <a:cs typeface="Arial"/>
              </a:defRPr>
            </a:pPr>
            <a:r>
              <a:rPr sz="1357" b="1">
                <a:solidFill>
                  <a:srgbClr val="17242B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10" name="Retângulo 9">
            <a:extLst>
              <a:ext uri="{FF2B5EF4-FFF2-40B4-BE49-F238E27FC236}">
                <a16:creationId xmlns:a16="http://schemas.microsoft.com/office/drawing/2014/main" id="{85AE49DD-17B1-45D6-8AC9-7EB66EB0AF22}"/>
              </a:ext>
            </a:extLst>
          </p:cNvPr>
          <p:cNvSpPr>
            <a:spLocks noGrp="1"/>
          </p:cNvSpPr>
          <p:nvPr/>
        </p:nvSpPr>
        <p:spPr>
          <a:xfrm>
            <a:off x="1619250" y="1952625"/>
            <a:ext cx="609600" cy="609600"/>
          </a:xfrm>
          <a:prstGeom prst="rect">
            <a:avLst/>
          </a:prstGeom>
          <a:solidFill>
            <a:srgbClr val="213038"/>
          </a:solidFill>
          <a:ln w="0">
            <a:solidFill>
              <a:srgbClr val="213038"/>
            </a:solidFill>
            <a:prstDash val="solid"/>
          </a:ln>
        </p:spPr>
      </p:sp>
      <p:sp>
        <p:nvSpPr>
          <p:cNvPr id="11" name="Retângulo 10">
            <a:extLst>
              <a:ext uri="{FF2B5EF4-FFF2-40B4-BE49-F238E27FC236}">
                <a16:creationId xmlns:a16="http://schemas.microsoft.com/office/drawing/2014/main" id="{0F7CB90C-A0AA-4B85-8B32-82BB7EB193C5}"/>
              </a:ext>
            </a:extLst>
          </p:cNvPr>
          <p:cNvSpPr>
            <a:spLocks noGrp="1"/>
          </p:cNvSpPr>
          <p:nvPr/>
        </p:nvSpPr>
        <p:spPr>
          <a:xfrm>
            <a:off x="2257425" y="1952625"/>
            <a:ext cx="609600" cy="609600"/>
          </a:xfrm>
          <a:prstGeom prst="rect">
            <a:avLst/>
          </a:prstGeom>
          <a:solidFill>
            <a:srgbClr val="213038"/>
          </a:solidFill>
          <a:ln w="0">
            <a:solidFill>
              <a:srgbClr val="213038"/>
            </a:solidFill>
            <a:prstDash val="solid"/>
          </a:ln>
        </p:spPr>
      </p:sp>
      <p:sp>
        <p:nvSpPr>
          <p:cNvPr id="12" name="Retângulo 11">
            <a:extLst>
              <a:ext uri="{FF2B5EF4-FFF2-40B4-BE49-F238E27FC236}">
                <a16:creationId xmlns:a16="http://schemas.microsoft.com/office/drawing/2014/main" id="{ABB5B260-8AB3-428B-9CB3-AD9359A9C452}"/>
              </a:ext>
            </a:extLst>
          </p:cNvPr>
          <p:cNvSpPr>
            <a:spLocks noGrp="1"/>
          </p:cNvSpPr>
          <p:nvPr/>
        </p:nvSpPr>
        <p:spPr>
          <a:xfrm>
            <a:off x="2895600" y="1952625"/>
            <a:ext cx="609600" cy="609600"/>
          </a:xfrm>
          <a:prstGeom prst="rect">
            <a:avLst/>
          </a:prstGeom>
          <a:solidFill>
            <a:srgbClr val="213038"/>
          </a:solidFill>
          <a:ln w="0">
            <a:solidFill>
              <a:srgbClr val="213038"/>
            </a:solidFill>
            <a:prstDash val="solid"/>
          </a:ln>
        </p:spPr>
      </p:sp>
      <p:sp>
        <p:nvSpPr>
          <p:cNvPr id="13" name="Retângulo 12">
            <a:extLst>
              <a:ext uri="{FF2B5EF4-FFF2-40B4-BE49-F238E27FC236}">
                <a16:creationId xmlns:a16="http://schemas.microsoft.com/office/drawing/2014/main" id="{D49252A6-0C1B-4181-8B63-BFDF7FE2E0CF}"/>
              </a:ext>
            </a:extLst>
          </p:cNvPr>
          <p:cNvSpPr>
            <a:spLocks noGrp="1"/>
          </p:cNvSpPr>
          <p:nvPr/>
        </p:nvSpPr>
        <p:spPr>
          <a:xfrm>
            <a:off x="3533775" y="1952625"/>
            <a:ext cx="609600" cy="609600"/>
          </a:xfrm>
          <a:prstGeom prst="rect">
            <a:avLst/>
          </a:prstGeom>
          <a:solidFill>
            <a:srgbClr val="213038"/>
          </a:solidFill>
          <a:ln w="0">
            <a:solidFill>
              <a:srgbClr val="213038"/>
            </a:solidFill>
            <a:prstDash val="solid"/>
          </a:ln>
        </p:spPr>
      </p:sp>
      <p:sp>
        <p:nvSpPr>
          <p:cNvPr id="14" name="Retângulo 13">
            <a:extLst>
              <a:ext uri="{FF2B5EF4-FFF2-40B4-BE49-F238E27FC236}">
                <a16:creationId xmlns:a16="http://schemas.microsoft.com/office/drawing/2014/main" id="{714AC6C9-25DF-4B10-87B9-197D56EA68D1}"/>
              </a:ext>
            </a:extLst>
          </p:cNvPr>
          <p:cNvSpPr>
            <a:spLocks noGrp="1"/>
          </p:cNvSpPr>
          <p:nvPr/>
        </p:nvSpPr>
        <p:spPr>
          <a:xfrm>
            <a:off x="981075" y="2590800"/>
            <a:ext cx="609600" cy="609600"/>
          </a:xfrm>
          <a:prstGeom prst="rect">
            <a:avLst/>
          </a:prstGeom>
          <a:solidFill>
            <a:srgbClr val="CFE6E1"/>
          </a:solidFill>
          <a:ln w="19050">
            <a:solidFill>
              <a:srgbClr val="14796F"/>
            </a:solidFill>
            <a:prstDash val="solid"/>
          </a:ln>
        </p:spPr>
      </p:sp>
      <p:sp>
        <p:nvSpPr>
          <p:cNvPr id="15" name="Retângulo 14">
            <a:extLst>
              <a:ext uri="{FF2B5EF4-FFF2-40B4-BE49-F238E27FC236}">
                <a16:creationId xmlns:a16="http://schemas.microsoft.com/office/drawing/2014/main" id="{DB74A08B-6356-472A-A6DD-0890377C4C80}"/>
              </a:ext>
            </a:extLst>
          </p:cNvPr>
          <p:cNvSpPr>
            <a:spLocks noGrp="1"/>
          </p:cNvSpPr>
          <p:nvPr/>
        </p:nvSpPr>
        <p:spPr>
          <a:xfrm>
            <a:off x="981075" y="2609850"/>
            <a:ext cx="609600" cy="5810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defRPr sz="1357" b="1">
                <a:solidFill>
                  <a:srgbClr val="14796F"/>
                </a:solidFill>
                <a:latin typeface="Arial"/>
                <a:ea typeface="Arial"/>
                <a:cs typeface="Arial"/>
              </a:defRPr>
            </a:pPr>
            <a:r>
              <a:rPr sz="1357" b="1">
                <a:solidFill>
                  <a:srgbClr val="14796F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16" name="Retângulo 15">
            <a:extLst>
              <a:ext uri="{FF2B5EF4-FFF2-40B4-BE49-F238E27FC236}">
                <a16:creationId xmlns:a16="http://schemas.microsoft.com/office/drawing/2014/main" id="{BCC803AF-285F-4A37-87B6-A114888AD464}"/>
              </a:ext>
            </a:extLst>
          </p:cNvPr>
          <p:cNvSpPr>
            <a:spLocks noGrp="1"/>
          </p:cNvSpPr>
          <p:nvPr/>
        </p:nvSpPr>
        <p:spPr>
          <a:xfrm>
            <a:off x="1619250" y="2590800"/>
            <a:ext cx="609600" cy="609600"/>
          </a:xfrm>
          <a:prstGeom prst="rect">
            <a:avLst/>
          </a:prstGeom>
          <a:solidFill>
            <a:srgbClr val="CFE6E1"/>
          </a:solidFill>
          <a:ln w="19050">
            <a:solidFill>
              <a:srgbClr val="14796F"/>
            </a:solidFill>
            <a:prstDash val="solid"/>
          </a:ln>
        </p:spPr>
      </p:sp>
      <p:sp>
        <p:nvSpPr>
          <p:cNvPr id="17" name="Retângulo 16">
            <a:extLst>
              <a:ext uri="{FF2B5EF4-FFF2-40B4-BE49-F238E27FC236}">
                <a16:creationId xmlns:a16="http://schemas.microsoft.com/office/drawing/2014/main" id="{CCC93CDF-E6A3-483B-90F3-FC10BB12041F}"/>
              </a:ext>
            </a:extLst>
          </p:cNvPr>
          <p:cNvSpPr>
            <a:spLocks noGrp="1"/>
          </p:cNvSpPr>
          <p:nvPr/>
        </p:nvSpPr>
        <p:spPr>
          <a:xfrm>
            <a:off x="1619250" y="2609850"/>
            <a:ext cx="609600" cy="5810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defRPr sz="1357" b="1">
                <a:solidFill>
                  <a:srgbClr val="14796F"/>
                </a:solidFill>
                <a:latin typeface="Arial"/>
                <a:ea typeface="Arial"/>
                <a:cs typeface="Arial"/>
              </a:defRPr>
            </a:pPr>
            <a:r>
              <a:rPr sz="1357" b="1">
                <a:solidFill>
                  <a:srgbClr val="14796F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  <p:sp>
        <p:nvSpPr>
          <p:cNvPr id="18" name="Retângulo 17">
            <a:extLst>
              <a:ext uri="{FF2B5EF4-FFF2-40B4-BE49-F238E27FC236}">
                <a16:creationId xmlns:a16="http://schemas.microsoft.com/office/drawing/2014/main" id="{BE0C8503-C548-4518-A646-7AB5CA38B351}"/>
              </a:ext>
            </a:extLst>
          </p:cNvPr>
          <p:cNvSpPr>
            <a:spLocks noGrp="1"/>
          </p:cNvSpPr>
          <p:nvPr/>
        </p:nvSpPr>
        <p:spPr>
          <a:xfrm>
            <a:off x="2257425" y="2590800"/>
            <a:ext cx="609600" cy="609600"/>
          </a:xfrm>
          <a:prstGeom prst="rect">
            <a:avLst/>
          </a:prstGeom>
          <a:solidFill>
            <a:srgbClr val="CFE6E1"/>
          </a:solidFill>
          <a:ln w="19050">
            <a:solidFill>
              <a:srgbClr val="14796F"/>
            </a:solidFill>
            <a:prstDash val="solid"/>
          </a:ln>
        </p:spPr>
      </p:sp>
      <p:sp>
        <p:nvSpPr>
          <p:cNvPr id="19" name="Retângulo 18">
            <a:extLst>
              <a:ext uri="{FF2B5EF4-FFF2-40B4-BE49-F238E27FC236}">
                <a16:creationId xmlns:a16="http://schemas.microsoft.com/office/drawing/2014/main" id="{4EFFBEAD-AFAA-4994-89A4-5E86113DE87C}"/>
              </a:ext>
            </a:extLst>
          </p:cNvPr>
          <p:cNvSpPr>
            <a:spLocks noGrp="1"/>
          </p:cNvSpPr>
          <p:nvPr/>
        </p:nvSpPr>
        <p:spPr>
          <a:xfrm>
            <a:off x="2257425" y="2609850"/>
            <a:ext cx="609600" cy="5810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defRPr sz="1357" b="1">
                <a:solidFill>
                  <a:srgbClr val="14796F"/>
                </a:solidFill>
                <a:latin typeface="Arial"/>
                <a:ea typeface="Arial"/>
                <a:cs typeface="Arial"/>
              </a:defRPr>
            </a:pPr>
            <a:r>
              <a:rPr sz="1357" b="1">
                <a:solidFill>
                  <a:srgbClr val="14796F"/>
                </a:solidFill>
                <a:latin typeface="Arial"/>
                <a:ea typeface="Arial"/>
                <a:cs typeface="Arial"/>
              </a:rPr>
              <a:t>4</a:t>
            </a:r>
          </a:p>
        </p:txBody>
      </p:sp>
      <p:sp>
        <p:nvSpPr>
          <p:cNvPr id="20" name="Retângulo 19">
            <a:extLst>
              <a:ext uri="{FF2B5EF4-FFF2-40B4-BE49-F238E27FC236}">
                <a16:creationId xmlns:a16="http://schemas.microsoft.com/office/drawing/2014/main" id="{C74866AC-C096-433E-BD72-1420AB874F85}"/>
              </a:ext>
            </a:extLst>
          </p:cNvPr>
          <p:cNvSpPr>
            <a:spLocks noGrp="1"/>
          </p:cNvSpPr>
          <p:nvPr/>
        </p:nvSpPr>
        <p:spPr>
          <a:xfrm>
            <a:off x="2895600" y="2590800"/>
            <a:ext cx="609600" cy="609600"/>
          </a:xfrm>
          <a:prstGeom prst="rect">
            <a:avLst/>
          </a:prstGeom>
          <a:solidFill>
            <a:srgbClr val="213038"/>
          </a:solidFill>
          <a:ln w="0">
            <a:solidFill>
              <a:srgbClr val="213038"/>
            </a:solidFill>
            <a:prstDash val="solid"/>
          </a:ln>
        </p:spPr>
      </p:sp>
      <p:sp>
        <p:nvSpPr>
          <p:cNvPr id="21" name="Retângulo 20">
            <a:extLst>
              <a:ext uri="{FF2B5EF4-FFF2-40B4-BE49-F238E27FC236}">
                <a16:creationId xmlns:a16="http://schemas.microsoft.com/office/drawing/2014/main" id="{97913C45-DEA4-4D63-9F18-FF24CBF612F9}"/>
              </a:ext>
            </a:extLst>
          </p:cNvPr>
          <p:cNvSpPr>
            <a:spLocks noGrp="1"/>
          </p:cNvSpPr>
          <p:nvPr/>
        </p:nvSpPr>
        <p:spPr>
          <a:xfrm>
            <a:off x="3533775" y="2590800"/>
            <a:ext cx="609600" cy="609600"/>
          </a:xfrm>
          <a:prstGeom prst="rect">
            <a:avLst/>
          </a:prstGeom>
          <a:solidFill>
            <a:srgbClr val="E9EDE9"/>
          </a:solidFill>
          <a:ln w="19050">
            <a:solidFill>
              <a:srgbClr val="DFE4E0"/>
            </a:solidFill>
            <a:prstDash val="solid"/>
          </a:ln>
        </p:spPr>
      </p:sp>
      <p:sp>
        <p:nvSpPr>
          <p:cNvPr id="22" name="Retângulo 21">
            <a:extLst>
              <a:ext uri="{FF2B5EF4-FFF2-40B4-BE49-F238E27FC236}">
                <a16:creationId xmlns:a16="http://schemas.microsoft.com/office/drawing/2014/main" id="{C2080E8A-26E8-4251-B1C2-237C489ADE9C}"/>
              </a:ext>
            </a:extLst>
          </p:cNvPr>
          <p:cNvSpPr>
            <a:spLocks noGrp="1"/>
          </p:cNvSpPr>
          <p:nvPr/>
        </p:nvSpPr>
        <p:spPr>
          <a:xfrm>
            <a:off x="981075" y="3228975"/>
            <a:ext cx="609600" cy="609600"/>
          </a:xfrm>
          <a:prstGeom prst="rect">
            <a:avLst/>
          </a:prstGeom>
          <a:solidFill>
            <a:srgbClr val="213038"/>
          </a:solidFill>
          <a:ln w="0">
            <a:solidFill>
              <a:srgbClr val="213038"/>
            </a:solidFill>
            <a:prstDash val="solid"/>
          </a:ln>
        </p:spPr>
      </p:sp>
      <p:sp>
        <p:nvSpPr>
          <p:cNvPr id="23" name="Retângulo 22">
            <a:extLst>
              <a:ext uri="{FF2B5EF4-FFF2-40B4-BE49-F238E27FC236}">
                <a16:creationId xmlns:a16="http://schemas.microsoft.com/office/drawing/2014/main" id="{04C5411A-A972-48CD-8013-BD10D226100E}"/>
              </a:ext>
            </a:extLst>
          </p:cNvPr>
          <p:cNvSpPr>
            <a:spLocks noGrp="1"/>
          </p:cNvSpPr>
          <p:nvPr/>
        </p:nvSpPr>
        <p:spPr>
          <a:xfrm>
            <a:off x="1619250" y="3228975"/>
            <a:ext cx="609600" cy="609600"/>
          </a:xfrm>
          <a:prstGeom prst="rect">
            <a:avLst/>
          </a:prstGeom>
          <a:solidFill>
            <a:srgbClr val="213038"/>
          </a:solidFill>
          <a:ln w="0">
            <a:solidFill>
              <a:srgbClr val="213038"/>
            </a:solidFill>
            <a:prstDash val="solid"/>
          </a:ln>
        </p:spPr>
      </p:sp>
      <p:sp>
        <p:nvSpPr>
          <p:cNvPr id="24" name="Retângulo 23">
            <a:extLst>
              <a:ext uri="{FF2B5EF4-FFF2-40B4-BE49-F238E27FC236}">
                <a16:creationId xmlns:a16="http://schemas.microsoft.com/office/drawing/2014/main" id="{2E215F2B-6BA5-407E-A6A3-632B4ADD935C}"/>
              </a:ext>
            </a:extLst>
          </p:cNvPr>
          <p:cNvSpPr>
            <a:spLocks noGrp="1"/>
          </p:cNvSpPr>
          <p:nvPr/>
        </p:nvSpPr>
        <p:spPr>
          <a:xfrm>
            <a:off x="2257425" y="3228975"/>
            <a:ext cx="609600" cy="609600"/>
          </a:xfrm>
          <a:prstGeom prst="rect">
            <a:avLst/>
          </a:prstGeom>
          <a:solidFill>
            <a:srgbClr val="CFE6E1"/>
          </a:solidFill>
          <a:ln w="19050">
            <a:solidFill>
              <a:srgbClr val="14796F"/>
            </a:solidFill>
            <a:prstDash val="solid"/>
          </a:ln>
        </p:spPr>
      </p:sp>
      <p:sp>
        <p:nvSpPr>
          <p:cNvPr id="25" name="Retângulo 24">
            <a:extLst>
              <a:ext uri="{FF2B5EF4-FFF2-40B4-BE49-F238E27FC236}">
                <a16:creationId xmlns:a16="http://schemas.microsoft.com/office/drawing/2014/main" id="{D7E8C0EF-054B-4D01-9C81-07E8C6780C98}"/>
              </a:ext>
            </a:extLst>
          </p:cNvPr>
          <p:cNvSpPr>
            <a:spLocks noGrp="1"/>
          </p:cNvSpPr>
          <p:nvPr/>
        </p:nvSpPr>
        <p:spPr>
          <a:xfrm>
            <a:off x="2257425" y="3248025"/>
            <a:ext cx="609600" cy="5810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defRPr sz="1357" b="1">
                <a:solidFill>
                  <a:srgbClr val="14796F"/>
                </a:solidFill>
                <a:latin typeface="Arial"/>
                <a:ea typeface="Arial"/>
                <a:cs typeface="Arial"/>
              </a:defRPr>
            </a:pPr>
            <a:r>
              <a:rPr sz="1357" b="1">
                <a:solidFill>
                  <a:srgbClr val="14796F"/>
                </a:solidFill>
                <a:latin typeface="Arial"/>
                <a:ea typeface="Arial"/>
                <a:cs typeface="Arial"/>
              </a:rPr>
              <a:t>5</a:t>
            </a:r>
          </a:p>
        </p:txBody>
      </p:sp>
      <p:sp>
        <p:nvSpPr>
          <p:cNvPr id="26" name="Retângulo 25">
            <a:extLst>
              <a:ext uri="{FF2B5EF4-FFF2-40B4-BE49-F238E27FC236}">
                <a16:creationId xmlns:a16="http://schemas.microsoft.com/office/drawing/2014/main" id="{B9F5BE9D-C628-4919-861F-DFDE68F515DF}"/>
              </a:ext>
            </a:extLst>
          </p:cNvPr>
          <p:cNvSpPr>
            <a:spLocks noGrp="1"/>
          </p:cNvSpPr>
          <p:nvPr/>
        </p:nvSpPr>
        <p:spPr>
          <a:xfrm>
            <a:off x="2895600" y="3228975"/>
            <a:ext cx="609600" cy="609600"/>
          </a:xfrm>
          <a:prstGeom prst="rect">
            <a:avLst/>
          </a:prstGeom>
          <a:solidFill>
            <a:srgbClr val="213038"/>
          </a:solidFill>
          <a:ln w="0">
            <a:solidFill>
              <a:srgbClr val="213038"/>
            </a:solidFill>
            <a:prstDash val="solid"/>
          </a:ln>
        </p:spPr>
      </p:sp>
      <p:sp>
        <p:nvSpPr>
          <p:cNvPr id="27" name="Retângulo 26">
            <a:extLst>
              <a:ext uri="{FF2B5EF4-FFF2-40B4-BE49-F238E27FC236}">
                <a16:creationId xmlns:a16="http://schemas.microsoft.com/office/drawing/2014/main" id="{C5EC3F0D-1C5A-46BB-8F97-CF56C8A525FD}"/>
              </a:ext>
            </a:extLst>
          </p:cNvPr>
          <p:cNvSpPr>
            <a:spLocks noGrp="1"/>
          </p:cNvSpPr>
          <p:nvPr/>
        </p:nvSpPr>
        <p:spPr>
          <a:xfrm>
            <a:off x="3533775" y="3228975"/>
            <a:ext cx="609600" cy="609600"/>
          </a:xfrm>
          <a:prstGeom prst="rect">
            <a:avLst/>
          </a:prstGeom>
          <a:solidFill>
            <a:srgbClr val="E9EDE9"/>
          </a:solidFill>
          <a:ln w="19050">
            <a:solidFill>
              <a:srgbClr val="DFE4E0"/>
            </a:solidFill>
            <a:prstDash val="solid"/>
          </a:ln>
        </p:spPr>
      </p:sp>
      <p:sp>
        <p:nvSpPr>
          <p:cNvPr id="28" name="Retângulo 27">
            <a:extLst>
              <a:ext uri="{FF2B5EF4-FFF2-40B4-BE49-F238E27FC236}">
                <a16:creationId xmlns:a16="http://schemas.microsoft.com/office/drawing/2014/main" id="{1A6B0847-8AAF-46DC-BCA2-FCF2A247CB58}"/>
              </a:ext>
            </a:extLst>
          </p:cNvPr>
          <p:cNvSpPr>
            <a:spLocks noGrp="1"/>
          </p:cNvSpPr>
          <p:nvPr/>
        </p:nvSpPr>
        <p:spPr>
          <a:xfrm>
            <a:off x="981075" y="3867150"/>
            <a:ext cx="609600" cy="609600"/>
          </a:xfrm>
          <a:prstGeom prst="rect">
            <a:avLst/>
          </a:prstGeom>
          <a:solidFill>
            <a:srgbClr val="213038"/>
          </a:solidFill>
          <a:ln w="0">
            <a:solidFill>
              <a:srgbClr val="213038"/>
            </a:solidFill>
            <a:prstDash val="solid"/>
          </a:ln>
        </p:spPr>
      </p:sp>
      <p:sp>
        <p:nvSpPr>
          <p:cNvPr id="29" name="Retângulo 28">
            <a:extLst>
              <a:ext uri="{FF2B5EF4-FFF2-40B4-BE49-F238E27FC236}">
                <a16:creationId xmlns:a16="http://schemas.microsoft.com/office/drawing/2014/main" id="{99E6E6AB-5341-41D6-B06F-20FCA6F1A946}"/>
              </a:ext>
            </a:extLst>
          </p:cNvPr>
          <p:cNvSpPr>
            <a:spLocks noGrp="1"/>
          </p:cNvSpPr>
          <p:nvPr/>
        </p:nvSpPr>
        <p:spPr>
          <a:xfrm>
            <a:off x="1619250" y="3867150"/>
            <a:ext cx="609600" cy="609600"/>
          </a:xfrm>
          <a:prstGeom prst="rect">
            <a:avLst/>
          </a:prstGeom>
          <a:solidFill>
            <a:srgbClr val="E9EDE9"/>
          </a:solidFill>
          <a:ln w="19050">
            <a:solidFill>
              <a:srgbClr val="DFE4E0"/>
            </a:solidFill>
            <a:prstDash val="solid"/>
          </a:ln>
        </p:spPr>
      </p:sp>
      <p:sp>
        <p:nvSpPr>
          <p:cNvPr id="30" name="Retângulo 29">
            <a:extLst>
              <a:ext uri="{FF2B5EF4-FFF2-40B4-BE49-F238E27FC236}">
                <a16:creationId xmlns:a16="http://schemas.microsoft.com/office/drawing/2014/main" id="{22CEFDE4-1B1A-4AAF-AF85-36AB29D47612}"/>
              </a:ext>
            </a:extLst>
          </p:cNvPr>
          <p:cNvSpPr>
            <a:spLocks noGrp="1"/>
          </p:cNvSpPr>
          <p:nvPr/>
        </p:nvSpPr>
        <p:spPr>
          <a:xfrm>
            <a:off x="2257425" y="3867150"/>
            <a:ext cx="609600" cy="609600"/>
          </a:xfrm>
          <a:prstGeom prst="rect">
            <a:avLst/>
          </a:prstGeom>
          <a:solidFill>
            <a:srgbClr val="CFE6E1"/>
          </a:solidFill>
          <a:ln w="19050">
            <a:solidFill>
              <a:srgbClr val="14796F"/>
            </a:solidFill>
            <a:prstDash val="solid"/>
          </a:ln>
        </p:spPr>
      </p:sp>
      <p:sp>
        <p:nvSpPr>
          <p:cNvPr id="31" name="Retângulo 30">
            <a:extLst>
              <a:ext uri="{FF2B5EF4-FFF2-40B4-BE49-F238E27FC236}">
                <a16:creationId xmlns:a16="http://schemas.microsoft.com/office/drawing/2014/main" id="{18EFA361-6D25-4378-9044-0860E78B7148}"/>
              </a:ext>
            </a:extLst>
          </p:cNvPr>
          <p:cNvSpPr>
            <a:spLocks noGrp="1"/>
          </p:cNvSpPr>
          <p:nvPr/>
        </p:nvSpPr>
        <p:spPr>
          <a:xfrm>
            <a:off x="2257425" y="3886200"/>
            <a:ext cx="609600" cy="5810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defRPr sz="1357" b="1">
                <a:solidFill>
                  <a:srgbClr val="14796F"/>
                </a:solidFill>
                <a:latin typeface="Arial"/>
                <a:ea typeface="Arial"/>
                <a:cs typeface="Arial"/>
              </a:defRPr>
            </a:pPr>
            <a:r>
              <a:rPr sz="1357" b="1">
                <a:solidFill>
                  <a:srgbClr val="14796F"/>
                </a:solidFill>
                <a:latin typeface="Arial"/>
                <a:ea typeface="Arial"/>
                <a:cs typeface="Arial"/>
              </a:rPr>
              <a:t>6</a:t>
            </a:r>
          </a:p>
        </p:txBody>
      </p:sp>
      <p:sp>
        <p:nvSpPr>
          <p:cNvPr id="32" name="Retângulo 31">
            <a:extLst>
              <a:ext uri="{FF2B5EF4-FFF2-40B4-BE49-F238E27FC236}">
                <a16:creationId xmlns:a16="http://schemas.microsoft.com/office/drawing/2014/main" id="{39047768-464C-4DC2-8DAD-13D64B9C367E}"/>
              </a:ext>
            </a:extLst>
          </p:cNvPr>
          <p:cNvSpPr>
            <a:spLocks noGrp="1"/>
          </p:cNvSpPr>
          <p:nvPr/>
        </p:nvSpPr>
        <p:spPr>
          <a:xfrm>
            <a:off x="2895600" y="3867150"/>
            <a:ext cx="609600" cy="609600"/>
          </a:xfrm>
          <a:prstGeom prst="rect">
            <a:avLst/>
          </a:prstGeom>
          <a:solidFill>
            <a:srgbClr val="CFE6E1"/>
          </a:solidFill>
          <a:ln w="19050">
            <a:solidFill>
              <a:srgbClr val="14796F"/>
            </a:solidFill>
            <a:prstDash val="solid"/>
          </a:ln>
        </p:spPr>
      </p:sp>
      <p:sp>
        <p:nvSpPr>
          <p:cNvPr id="33" name="Retângulo 32">
            <a:extLst>
              <a:ext uri="{FF2B5EF4-FFF2-40B4-BE49-F238E27FC236}">
                <a16:creationId xmlns:a16="http://schemas.microsoft.com/office/drawing/2014/main" id="{E1534B23-20AB-48AC-A79B-1EF3137876BA}"/>
              </a:ext>
            </a:extLst>
          </p:cNvPr>
          <p:cNvSpPr>
            <a:spLocks noGrp="1"/>
          </p:cNvSpPr>
          <p:nvPr/>
        </p:nvSpPr>
        <p:spPr>
          <a:xfrm>
            <a:off x="2895600" y="3886200"/>
            <a:ext cx="609600" cy="5810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defRPr sz="1357" b="1">
                <a:solidFill>
                  <a:srgbClr val="14796F"/>
                </a:solidFill>
                <a:latin typeface="Arial"/>
                <a:ea typeface="Arial"/>
                <a:cs typeface="Arial"/>
              </a:defRPr>
            </a:pPr>
            <a:r>
              <a:rPr sz="1357" b="1">
                <a:solidFill>
                  <a:srgbClr val="14796F"/>
                </a:solidFill>
                <a:latin typeface="Arial"/>
                <a:ea typeface="Arial"/>
                <a:cs typeface="Arial"/>
              </a:rPr>
              <a:t>7</a:t>
            </a:r>
          </a:p>
        </p:txBody>
      </p:sp>
      <p:sp>
        <p:nvSpPr>
          <p:cNvPr id="34" name="Retângulo 33">
            <a:extLst>
              <a:ext uri="{FF2B5EF4-FFF2-40B4-BE49-F238E27FC236}">
                <a16:creationId xmlns:a16="http://schemas.microsoft.com/office/drawing/2014/main" id="{9457241D-DD6E-4AD6-B6B3-1B229F3AF3F7}"/>
              </a:ext>
            </a:extLst>
          </p:cNvPr>
          <p:cNvSpPr>
            <a:spLocks noGrp="1"/>
          </p:cNvSpPr>
          <p:nvPr/>
        </p:nvSpPr>
        <p:spPr>
          <a:xfrm>
            <a:off x="3533775" y="3867150"/>
            <a:ext cx="609600" cy="609600"/>
          </a:xfrm>
          <a:prstGeom prst="rect">
            <a:avLst/>
          </a:prstGeom>
          <a:solidFill>
            <a:srgbClr val="CFE6E1"/>
          </a:solidFill>
          <a:ln w="19050">
            <a:solidFill>
              <a:srgbClr val="14796F"/>
            </a:solidFill>
            <a:prstDash val="solid"/>
          </a:ln>
        </p:spPr>
      </p:sp>
      <p:sp>
        <p:nvSpPr>
          <p:cNvPr id="35" name="Retângulo 34">
            <a:extLst>
              <a:ext uri="{FF2B5EF4-FFF2-40B4-BE49-F238E27FC236}">
                <a16:creationId xmlns:a16="http://schemas.microsoft.com/office/drawing/2014/main" id="{BC6D13D2-E61E-4AFF-BD51-615E29E6DA83}"/>
              </a:ext>
            </a:extLst>
          </p:cNvPr>
          <p:cNvSpPr>
            <a:spLocks noGrp="1"/>
          </p:cNvSpPr>
          <p:nvPr/>
        </p:nvSpPr>
        <p:spPr>
          <a:xfrm>
            <a:off x="3533775" y="3886200"/>
            <a:ext cx="609600" cy="5810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defRPr sz="1357" b="1">
                <a:solidFill>
                  <a:srgbClr val="14796F"/>
                </a:solidFill>
                <a:latin typeface="Arial"/>
                <a:ea typeface="Arial"/>
                <a:cs typeface="Arial"/>
              </a:defRPr>
            </a:pPr>
            <a:r>
              <a:rPr sz="1357" b="1">
                <a:solidFill>
                  <a:srgbClr val="14796F"/>
                </a:solidFill>
                <a:latin typeface="Arial"/>
                <a:ea typeface="Arial"/>
                <a:cs typeface="Arial"/>
              </a:rPr>
              <a:t>8</a:t>
            </a:r>
          </a:p>
        </p:txBody>
      </p:sp>
      <p:sp>
        <p:nvSpPr>
          <p:cNvPr id="36" name="Retângulo 35">
            <a:extLst>
              <a:ext uri="{FF2B5EF4-FFF2-40B4-BE49-F238E27FC236}">
                <a16:creationId xmlns:a16="http://schemas.microsoft.com/office/drawing/2014/main" id="{6FFF1ABD-D957-4F5F-8406-C98EC1F5AD06}"/>
              </a:ext>
            </a:extLst>
          </p:cNvPr>
          <p:cNvSpPr>
            <a:spLocks noGrp="1"/>
          </p:cNvSpPr>
          <p:nvPr/>
        </p:nvSpPr>
        <p:spPr>
          <a:xfrm>
            <a:off x="981075" y="4505325"/>
            <a:ext cx="609600" cy="609600"/>
          </a:xfrm>
          <a:prstGeom prst="rect">
            <a:avLst/>
          </a:prstGeom>
          <a:solidFill>
            <a:srgbClr val="213038"/>
          </a:solidFill>
          <a:ln w="0">
            <a:solidFill>
              <a:srgbClr val="213038"/>
            </a:solidFill>
            <a:prstDash val="solid"/>
          </a:ln>
        </p:spPr>
      </p:sp>
      <p:sp>
        <p:nvSpPr>
          <p:cNvPr id="37" name="Retângulo 36">
            <a:extLst>
              <a:ext uri="{FF2B5EF4-FFF2-40B4-BE49-F238E27FC236}">
                <a16:creationId xmlns:a16="http://schemas.microsoft.com/office/drawing/2014/main" id="{AA06D134-BD51-486A-B7DB-F38FFCC85C81}"/>
              </a:ext>
            </a:extLst>
          </p:cNvPr>
          <p:cNvSpPr>
            <a:spLocks noGrp="1"/>
          </p:cNvSpPr>
          <p:nvPr/>
        </p:nvSpPr>
        <p:spPr>
          <a:xfrm>
            <a:off x="1619250" y="4505325"/>
            <a:ext cx="609600" cy="609600"/>
          </a:xfrm>
          <a:prstGeom prst="rect">
            <a:avLst/>
          </a:prstGeom>
          <a:solidFill>
            <a:srgbClr val="213038"/>
          </a:solidFill>
          <a:ln w="0">
            <a:solidFill>
              <a:srgbClr val="213038"/>
            </a:solidFill>
            <a:prstDash val="solid"/>
          </a:ln>
        </p:spPr>
      </p:sp>
      <p:sp>
        <p:nvSpPr>
          <p:cNvPr id="38" name="Retângulo 37">
            <a:extLst>
              <a:ext uri="{FF2B5EF4-FFF2-40B4-BE49-F238E27FC236}">
                <a16:creationId xmlns:a16="http://schemas.microsoft.com/office/drawing/2014/main" id="{B708A9BE-3324-400D-A3AE-B0A99CDF323C}"/>
              </a:ext>
            </a:extLst>
          </p:cNvPr>
          <p:cNvSpPr>
            <a:spLocks noGrp="1"/>
          </p:cNvSpPr>
          <p:nvPr/>
        </p:nvSpPr>
        <p:spPr>
          <a:xfrm>
            <a:off x="2257425" y="4505325"/>
            <a:ext cx="609600" cy="609600"/>
          </a:xfrm>
          <a:prstGeom prst="rect">
            <a:avLst/>
          </a:prstGeom>
          <a:solidFill>
            <a:srgbClr val="213038"/>
          </a:solidFill>
          <a:ln w="0">
            <a:solidFill>
              <a:srgbClr val="213038"/>
            </a:solidFill>
            <a:prstDash val="solid"/>
          </a:ln>
        </p:spPr>
      </p:sp>
      <p:sp>
        <p:nvSpPr>
          <p:cNvPr id="39" name="Retângulo 38">
            <a:extLst>
              <a:ext uri="{FF2B5EF4-FFF2-40B4-BE49-F238E27FC236}">
                <a16:creationId xmlns:a16="http://schemas.microsoft.com/office/drawing/2014/main" id="{78D85BD5-FF1F-4C20-8FDF-21DEC23D2D8C}"/>
              </a:ext>
            </a:extLst>
          </p:cNvPr>
          <p:cNvSpPr>
            <a:spLocks noGrp="1"/>
          </p:cNvSpPr>
          <p:nvPr/>
        </p:nvSpPr>
        <p:spPr>
          <a:xfrm>
            <a:off x="2895600" y="4505325"/>
            <a:ext cx="609600" cy="609600"/>
          </a:xfrm>
          <a:prstGeom prst="rect">
            <a:avLst/>
          </a:prstGeom>
          <a:solidFill>
            <a:srgbClr val="213038"/>
          </a:solidFill>
          <a:ln w="0">
            <a:solidFill>
              <a:srgbClr val="213038"/>
            </a:solidFill>
            <a:prstDash val="solid"/>
          </a:ln>
        </p:spPr>
      </p:sp>
      <p:sp>
        <p:nvSpPr>
          <p:cNvPr id="40" name="Retângulo 39">
            <a:extLst>
              <a:ext uri="{FF2B5EF4-FFF2-40B4-BE49-F238E27FC236}">
                <a16:creationId xmlns:a16="http://schemas.microsoft.com/office/drawing/2014/main" id="{2E0F5F1F-B386-42A2-98A7-1673370D1633}"/>
              </a:ext>
            </a:extLst>
          </p:cNvPr>
          <p:cNvSpPr>
            <a:spLocks noGrp="1"/>
          </p:cNvSpPr>
          <p:nvPr/>
        </p:nvSpPr>
        <p:spPr>
          <a:xfrm>
            <a:off x="3533775" y="4505325"/>
            <a:ext cx="609600" cy="609600"/>
          </a:xfrm>
          <a:prstGeom prst="rect">
            <a:avLst/>
          </a:prstGeom>
          <a:solidFill>
            <a:srgbClr val="CFE6E1"/>
          </a:solidFill>
          <a:ln w="19050">
            <a:solidFill>
              <a:srgbClr val="14796F"/>
            </a:solidFill>
            <a:prstDash val="solid"/>
          </a:ln>
        </p:spPr>
      </p:sp>
      <p:sp>
        <p:nvSpPr>
          <p:cNvPr id="41" name="Retângulo 40">
            <a:extLst>
              <a:ext uri="{FF2B5EF4-FFF2-40B4-BE49-F238E27FC236}">
                <a16:creationId xmlns:a16="http://schemas.microsoft.com/office/drawing/2014/main" id="{E279B7C2-9FD8-4EF1-85A8-D1AA7EA6A5C4}"/>
              </a:ext>
            </a:extLst>
          </p:cNvPr>
          <p:cNvSpPr>
            <a:spLocks noGrp="1"/>
          </p:cNvSpPr>
          <p:nvPr/>
        </p:nvSpPr>
        <p:spPr>
          <a:xfrm>
            <a:off x="3533775" y="4524375"/>
            <a:ext cx="609600" cy="5810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defRPr sz="1357" b="1">
                <a:solidFill>
                  <a:srgbClr val="17242B"/>
                </a:solidFill>
                <a:latin typeface="Arial"/>
                <a:ea typeface="Arial"/>
                <a:cs typeface="Arial"/>
              </a:defRPr>
            </a:pPr>
            <a:r>
              <a:rPr sz="1357" b="1">
                <a:solidFill>
                  <a:srgbClr val="17242B"/>
                </a:solidFill>
                <a:latin typeface="Arial"/>
                <a:ea typeface="Arial"/>
                <a:cs typeface="Arial"/>
              </a:rPr>
              <a:t>9</a:t>
            </a:r>
          </a:p>
        </p:txBody>
      </p:sp>
      <p:sp>
        <p:nvSpPr>
          <p:cNvPr id="42" name="Retângulo 41">
            <a:extLst>
              <a:ext uri="{FF2B5EF4-FFF2-40B4-BE49-F238E27FC236}">
                <a16:creationId xmlns:a16="http://schemas.microsoft.com/office/drawing/2014/main" id="{4D743DF5-8EEF-4A8F-92B5-68C22759CC0F}"/>
              </a:ext>
            </a:extLst>
          </p:cNvPr>
          <p:cNvSpPr>
            <a:spLocks noGrp="1"/>
          </p:cNvSpPr>
          <p:nvPr/>
        </p:nvSpPr>
        <p:spPr>
          <a:xfrm>
            <a:off x="6791325" y="1952625"/>
            <a:ext cx="609600" cy="609600"/>
          </a:xfrm>
          <a:prstGeom prst="rect">
            <a:avLst/>
          </a:prstGeom>
          <a:solidFill>
            <a:srgbClr val="F3DED0"/>
          </a:solidFill>
          <a:ln w="19050">
            <a:solidFill>
              <a:srgbClr val="C97343"/>
            </a:solidFill>
            <a:prstDash val="solid"/>
          </a:ln>
        </p:spPr>
      </p:sp>
      <p:sp>
        <p:nvSpPr>
          <p:cNvPr id="43" name="Retângulo 42">
            <a:extLst>
              <a:ext uri="{FF2B5EF4-FFF2-40B4-BE49-F238E27FC236}">
                <a16:creationId xmlns:a16="http://schemas.microsoft.com/office/drawing/2014/main" id="{300ADACF-3178-4B10-B944-88F46B3AF094}"/>
              </a:ext>
            </a:extLst>
          </p:cNvPr>
          <p:cNvSpPr>
            <a:spLocks noGrp="1"/>
          </p:cNvSpPr>
          <p:nvPr/>
        </p:nvSpPr>
        <p:spPr>
          <a:xfrm>
            <a:off x="6791325" y="1971675"/>
            <a:ext cx="609600" cy="5810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defRPr sz="1357" b="1">
                <a:solidFill>
                  <a:srgbClr val="17242B"/>
                </a:solidFill>
                <a:latin typeface="Arial"/>
                <a:ea typeface="Arial"/>
                <a:cs typeface="Arial"/>
              </a:defRPr>
            </a:pPr>
            <a:r>
              <a:rPr sz="1357" b="1">
                <a:solidFill>
                  <a:srgbClr val="17242B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44" name="Retângulo 43">
            <a:extLst>
              <a:ext uri="{FF2B5EF4-FFF2-40B4-BE49-F238E27FC236}">
                <a16:creationId xmlns:a16="http://schemas.microsoft.com/office/drawing/2014/main" id="{479E1311-C60A-4A7D-8DBE-9A116B7B07CF}"/>
              </a:ext>
            </a:extLst>
          </p:cNvPr>
          <p:cNvSpPr>
            <a:spLocks noGrp="1"/>
          </p:cNvSpPr>
          <p:nvPr/>
        </p:nvSpPr>
        <p:spPr>
          <a:xfrm>
            <a:off x="7429500" y="1952625"/>
            <a:ext cx="609600" cy="609600"/>
          </a:xfrm>
          <a:prstGeom prst="rect">
            <a:avLst/>
          </a:prstGeom>
          <a:solidFill>
            <a:srgbClr val="213038"/>
          </a:solidFill>
          <a:ln w="0">
            <a:solidFill>
              <a:srgbClr val="213038"/>
            </a:solidFill>
            <a:prstDash val="solid"/>
          </a:ln>
        </p:spPr>
      </p:sp>
      <p:sp>
        <p:nvSpPr>
          <p:cNvPr id="45" name="Retângulo 44">
            <a:extLst>
              <a:ext uri="{FF2B5EF4-FFF2-40B4-BE49-F238E27FC236}">
                <a16:creationId xmlns:a16="http://schemas.microsoft.com/office/drawing/2014/main" id="{73F56E86-B679-4610-8663-913F447D3694}"/>
              </a:ext>
            </a:extLst>
          </p:cNvPr>
          <p:cNvSpPr>
            <a:spLocks noGrp="1"/>
          </p:cNvSpPr>
          <p:nvPr/>
        </p:nvSpPr>
        <p:spPr>
          <a:xfrm>
            <a:off x="8067675" y="1952625"/>
            <a:ext cx="609600" cy="609600"/>
          </a:xfrm>
          <a:prstGeom prst="rect">
            <a:avLst/>
          </a:prstGeom>
          <a:solidFill>
            <a:srgbClr val="213038"/>
          </a:solidFill>
          <a:ln w="0">
            <a:solidFill>
              <a:srgbClr val="213038"/>
            </a:solidFill>
            <a:prstDash val="solid"/>
          </a:ln>
        </p:spPr>
      </p:sp>
      <p:sp>
        <p:nvSpPr>
          <p:cNvPr id="46" name="Retângulo 45">
            <a:extLst>
              <a:ext uri="{FF2B5EF4-FFF2-40B4-BE49-F238E27FC236}">
                <a16:creationId xmlns:a16="http://schemas.microsoft.com/office/drawing/2014/main" id="{06A97218-B0E3-4E66-87B0-5B8BC309085A}"/>
              </a:ext>
            </a:extLst>
          </p:cNvPr>
          <p:cNvSpPr>
            <a:spLocks noGrp="1"/>
          </p:cNvSpPr>
          <p:nvPr/>
        </p:nvSpPr>
        <p:spPr>
          <a:xfrm>
            <a:off x="8705850" y="1952625"/>
            <a:ext cx="609600" cy="609600"/>
          </a:xfrm>
          <a:prstGeom prst="rect">
            <a:avLst/>
          </a:prstGeom>
          <a:solidFill>
            <a:srgbClr val="213038"/>
          </a:solidFill>
          <a:ln w="0">
            <a:solidFill>
              <a:srgbClr val="213038"/>
            </a:solidFill>
            <a:prstDash val="solid"/>
          </a:ln>
        </p:spPr>
      </p:sp>
      <p:sp>
        <p:nvSpPr>
          <p:cNvPr id="47" name="Retângulo 46">
            <a:extLst>
              <a:ext uri="{FF2B5EF4-FFF2-40B4-BE49-F238E27FC236}">
                <a16:creationId xmlns:a16="http://schemas.microsoft.com/office/drawing/2014/main" id="{F4236EE3-6612-405C-B622-8E6A6C2EC858}"/>
              </a:ext>
            </a:extLst>
          </p:cNvPr>
          <p:cNvSpPr>
            <a:spLocks noGrp="1"/>
          </p:cNvSpPr>
          <p:nvPr/>
        </p:nvSpPr>
        <p:spPr>
          <a:xfrm>
            <a:off x="9344025" y="1952625"/>
            <a:ext cx="609600" cy="609600"/>
          </a:xfrm>
          <a:prstGeom prst="rect">
            <a:avLst/>
          </a:prstGeom>
          <a:solidFill>
            <a:srgbClr val="213038"/>
          </a:solidFill>
          <a:ln w="0">
            <a:solidFill>
              <a:srgbClr val="213038"/>
            </a:solidFill>
            <a:prstDash val="solid"/>
          </a:ln>
        </p:spPr>
      </p:sp>
      <p:sp>
        <p:nvSpPr>
          <p:cNvPr id="48" name="Retângulo 47">
            <a:extLst>
              <a:ext uri="{FF2B5EF4-FFF2-40B4-BE49-F238E27FC236}">
                <a16:creationId xmlns:a16="http://schemas.microsoft.com/office/drawing/2014/main" id="{2F7BF1EF-2AF3-48BF-951A-BE7084CFE83A}"/>
              </a:ext>
            </a:extLst>
          </p:cNvPr>
          <p:cNvSpPr>
            <a:spLocks noGrp="1"/>
          </p:cNvSpPr>
          <p:nvPr/>
        </p:nvSpPr>
        <p:spPr>
          <a:xfrm>
            <a:off x="6791325" y="2590800"/>
            <a:ext cx="609600" cy="609600"/>
          </a:xfrm>
          <a:prstGeom prst="rect">
            <a:avLst/>
          </a:prstGeom>
          <a:solidFill>
            <a:srgbClr val="F3DED0"/>
          </a:solidFill>
          <a:ln w="19050">
            <a:solidFill>
              <a:srgbClr val="C97343"/>
            </a:solidFill>
            <a:prstDash val="solid"/>
          </a:ln>
        </p:spPr>
      </p:sp>
      <p:sp>
        <p:nvSpPr>
          <p:cNvPr id="49" name="Retângulo 48">
            <a:extLst>
              <a:ext uri="{FF2B5EF4-FFF2-40B4-BE49-F238E27FC236}">
                <a16:creationId xmlns:a16="http://schemas.microsoft.com/office/drawing/2014/main" id="{860D7A4A-FE66-48BD-AD20-686A3B4FCC1A}"/>
              </a:ext>
            </a:extLst>
          </p:cNvPr>
          <p:cNvSpPr>
            <a:spLocks noGrp="1"/>
          </p:cNvSpPr>
          <p:nvPr/>
        </p:nvSpPr>
        <p:spPr>
          <a:xfrm>
            <a:off x="6791325" y="2609850"/>
            <a:ext cx="609600" cy="5810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defRPr sz="1357" b="1">
                <a:solidFill>
                  <a:srgbClr val="C97343"/>
                </a:solidFill>
                <a:latin typeface="Arial"/>
                <a:ea typeface="Arial"/>
                <a:cs typeface="Arial"/>
              </a:defRPr>
            </a:pPr>
            <a:r>
              <a:rPr sz="1357" b="1">
                <a:solidFill>
                  <a:srgbClr val="C97343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50" name="Retângulo 49">
            <a:extLst>
              <a:ext uri="{FF2B5EF4-FFF2-40B4-BE49-F238E27FC236}">
                <a16:creationId xmlns:a16="http://schemas.microsoft.com/office/drawing/2014/main" id="{752C268B-216E-4EE7-8FB4-171AE5430C97}"/>
              </a:ext>
            </a:extLst>
          </p:cNvPr>
          <p:cNvSpPr>
            <a:spLocks noGrp="1"/>
          </p:cNvSpPr>
          <p:nvPr/>
        </p:nvSpPr>
        <p:spPr>
          <a:xfrm>
            <a:off x="7429500" y="2590800"/>
            <a:ext cx="609600" cy="609600"/>
          </a:xfrm>
          <a:prstGeom prst="rect">
            <a:avLst/>
          </a:prstGeom>
          <a:solidFill>
            <a:srgbClr val="F3DED0"/>
          </a:solidFill>
          <a:ln w="19050">
            <a:solidFill>
              <a:srgbClr val="C97343"/>
            </a:solidFill>
            <a:prstDash val="solid"/>
          </a:ln>
        </p:spPr>
      </p:sp>
      <p:sp>
        <p:nvSpPr>
          <p:cNvPr id="51" name="Retângulo 50">
            <a:extLst>
              <a:ext uri="{FF2B5EF4-FFF2-40B4-BE49-F238E27FC236}">
                <a16:creationId xmlns:a16="http://schemas.microsoft.com/office/drawing/2014/main" id="{2A6180EC-2B94-458E-B16D-2B439010F848}"/>
              </a:ext>
            </a:extLst>
          </p:cNvPr>
          <p:cNvSpPr>
            <a:spLocks noGrp="1"/>
          </p:cNvSpPr>
          <p:nvPr/>
        </p:nvSpPr>
        <p:spPr>
          <a:xfrm>
            <a:off x="7429500" y="2609850"/>
            <a:ext cx="609600" cy="5810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defRPr sz="1357" b="1">
                <a:solidFill>
                  <a:srgbClr val="C97343"/>
                </a:solidFill>
                <a:latin typeface="Arial"/>
                <a:ea typeface="Arial"/>
                <a:cs typeface="Arial"/>
              </a:defRPr>
            </a:pPr>
            <a:r>
              <a:rPr sz="1357" b="1">
                <a:solidFill>
                  <a:srgbClr val="C97343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  <p:sp>
        <p:nvSpPr>
          <p:cNvPr id="52" name="Retângulo 51">
            <a:extLst>
              <a:ext uri="{FF2B5EF4-FFF2-40B4-BE49-F238E27FC236}">
                <a16:creationId xmlns:a16="http://schemas.microsoft.com/office/drawing/2014/main" id="{35A4AFE6-0427-475E-9399-F762FD2CCFC4}"/>
              </a:ext>
            </a:extLst>
          </p:cNvPr>
          <p:cNvSpPr>
            <a:spLocks noGrp="1"/>
          </p:cNvSpPr>
          <p:nvPr/>
        </p:nvSpPr>
        <p:spPr>
          <a:xfrm>
            <a:off x="8067675" y="2590800"/>
            <a:ext cx="609600" cy="609600"/>
          </a:xfrm>
          <a:prstGeom prst="rect">
            <a:avLst/>
          </a:prstGeom>
          <a:solidFill>
            <a:srgbClr val="F3DED0"/>
          </a:solidFill>
          <a:ln w="19050">
            <a:solidFill>
              <a:srgbClr val="C97343"/>
            </a:solidFill>
            <a:prstDash val="solid"/>
          </a:ln>
        </p:spPr>
      </p:sp>
      <p:sp>
        <p:nvSpPr>
          <p:cNvPr id="53" name="Retângulo 52">
            <a:extLst>
              <a:ext uri="{FF2B5EF4-FFF2-40B4-BE49-F238E27FC236}">
                <a16:creationId xmlns:a16="http://schemas.microsoft.com/office/drawing/2014/main" id="{663599DE-08E8-4393-82A1-B36512EE6B88}"/>
              </a:ext>
            </a:extLst>
          </p:cNvPr>
          <p:cNvSpPr>
            <a:spLocks noGrp="1"/>
          </p:cNvSpPr>
          <p:nvPr/>
        </p:nvSpPr>
        <p:spPr>
          <a:xfrm>
            <a:off x="8067675" y="2609850"/>
            <a:ext cx="609600" cy="5810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defRPr sz="1357" b="1">
                <a:solidFill>
                  <a:srgbClr val="C97343"/>
                </a:solidFill>
                <a:latin typeface="Arial"/>
                <a:ea typeface="Arial"/>
                <a:cs typeface="Arial"/>
              </a:defRPr>
            </a:pPr>
            <a:r>
              <a:rPr sz="1357" b="1">
                <a:solidFill>
                  <a:srgbClr val="C97343"/>
                </a:solidFill>
                <a:latin typeface="Arial"/>
                <a:ea typeface="Arial"/>
                <a:cs typeface="Arial"/>
              </a:rPr>
              <a:t>4</a:t>
            </a:r>
          </a:p>
        </p:txBody>
      </p:sp>
      <p:sp>
        <p:nvSpPr>
          <p:cNvPr id="54" name="Retângulo 53">
            <a:extLst>
              <a:ext uri="{FF2B5EF4-FFF2-40B4-BE49-F238E27FC236}">
                <a16:creationId xmlns:a16="http://schemas.microsoft.com/office/drawing/2014/main" id="{2FCFE0F8-48E5-4ADD-BA32-A9FB25BB0270}"/>
              </a:ext>
            </a:extLst>
          </p:cNvPr>
          <p:cNvSpPr>
            <a:spLocks noGrp="1"/>
          </p:cNvSpPr>
          <p:nvPr/>
        </p:nvSpPr>
        <p:spPr>
          <a:xfrm>
            <a:off x="8705850" y="2590800"/>
            <a:ext cx="609600" cy="609600"/>
          </a:xfrm>
          <a:prstGeom prst="rect">
            <a:avLst/>
          </a:prstGeom>
          <a:solidFill>
            <a:srgbClr val="213038"/>
          </a:solidFill>
          <a:ln w="0">
            <a:solidFill>
              <a:srgbClr val="213038"/>
            </a:solidFill>
            <a:prstDash val="solid"/>
          </a:ln>
        </p:spPr>
      </p:sp>
      <p:sp>
        <p:nvSpPr>
          <p:cNvPr id="55" name="Retângulo 54">
            <a:extLst>
              <a:ext uri="{FF2B5EF4-FFF2-40B4-BE49-F238E27FC236}">
                <a16:creationId xmlns:a16="http://schemas.microsoft.com/office/drawing/2014/main" id="{B053EEBB-E4A6-4DC4-A6BB-CA490FB703AB}"/>
              </a:ext>
            </a:extLst>
          </p:cNvPr>
          <p:cNvSpPr>
            <a:spLocks noGrp="1"/>
          </p:cNvSpPr>
          <p:nvPr/>
        </p:nvSpPr>
        <p:spPr>
          <a:xfrm>
            <a:off x="9344025" y="2590800"/>
            <a:ext cx="609600" cy="609600"/>
          </a:xfrm>
          <a:prstGeom prst="rect">
            <a:avLst/>
          </a:prstGeom>
          <a:solidFill>
            <a:srgbClr val="E9EDE9"/>
          </a:solidFill>
          <a:ln w="19050">
            <a:solidFill>
              <a:srgbClr val="DFE4E0"/>
            </a:solidFill>
            <a:prstDash val="solid"/>
          </a:ln>
        </p:spPr>
      </p:sp>
      <p:sp>
        <p:nvSpPr>
          <p:cNvPr id="56" name="Retângulo 55">
            <a:extLst>
              <a:ext uri="{FF2B5EF4-FFF2-40B4-BE49-F238E27FC236}">
                <a16:creationId xmlns:a16="http://schemas.microsoft.com/office/drawing/2014/main" id="{3576CB1D-974F-44C5-B8A9-9325A5F302D8}"/>
              </a:ext>
            </a:extLst>
          </p:cNvPr>
          <p:cNvSpPr>
            <a:spLocks noGrp="1"/>
          </p:cNvSpPr>
          <p:nvPr/>
        </p:nvSpPr>
        <p:spPr>
          <a:xfrm>
            <a:off x="6791325" y="3228975"/>
            <a:ext cx="609600" cy="609600"/>
          </a:xfrm>
          <a:prstGeom prst="rect">
            <a:avLst/>
          </a:prstGeom>
          <a:solidFill>
            <a:srgbClr val="213038"/>
          </a:solidFill>
          <a:ln w="0">
            <a:solidFill>
              <a:srgbClr val="213038"/>
            </a:solidFill>
            <a:prstDash val="solid"/>
          </a:ln>
        </p:spPr>
      </p:sp>
      <p:sp>
        <p:nvSpPr>
          <p:cNvPr id="57" name="Retângulo 56">
            <a:extLst>
              <a:ext uri="{FF2B5EF4-FFF2-40B4-BE49-F238E27FC236}">
                <a16:creationId xmlns:a16="http://schemas.microsoft.com/office/drawing/2014/main" id="{23346FD8-5F10-44E0-8D94-90017E8CEB8D}"/>
              </a:ext>
            </a:extLst>
          </p:cNvPr>
          <p:cNvSpPr>
            <a:spLocks noGrp="1"/>
          </p:cNvSpPr>
          <p:nvPr/>
        </p:nvSpPr>
        <p:spPr>
          <a:xfrm>
            <a:off x="7429500" y="3228975"/>
            <a:ext cx="609600" cy="609600"/>
          </a:xfrm>
          <a:prstGeom prst="rect">
            <a:avLst/>
          </a:prstGeom>
          <a:solidFill>
            <a:srgbClr val="213038"/>
          </a:solidFill>
          <a:ln w="0">
            <a:solidFill>
              <a:srgbClr val="213038"/>
            </a:solidFill>
            <a:prstDash val="solid"/>
          </a:ln>
        </p:spPr>
      </p:sp>
      <p:sp>
        <p:nvSpPr>
          <p:cNvPr id="58" name="Retângulo 57">
            <a:extLst>
              <a:ext uri="{FF2B5EF4-FFF2-40B4-BE49-F238E27FC236}">
                <a16:creationId xmlns:a16="http://schemas.microsoft.com/office/drawing/2014/main" id="{E724B3C3-6319-4985-A5FC-CA70E520489A}"/>
              </a:ext>
            </a:extLst>
          </p:cNvPr>
          <p:cNvSpPr>
            <a:spLocks noGrp="1"/>
          </p:cNvSpPr>
          <p:nvPr/>
        </p:nvSpPr>
        <p:spPr>
          <a:xfrm>
            <a:off x="8067675" y="3228975"/>
            <a:ext cx="609600" cy="609600"/>
          </a:xfrm>
          <a:prstGeom prst="rect">
            <a:avLst/>
          </a:prstGeom>
          <a:solidFill>
            <a:srgbClr val="F3DED0"/>
          </a:solidFill>
          <a:ln w="19050">
            <a:solidFill>
              <a:srgbClr val="C97343"/>
            </a:solidFill>
            <a:prstDash val="solid"/>
          </a:ln>
        </p:spPr>
      </p:sp>
      <p:sp>
        <p:nvSpPr>
          <p:cNvPr id="59" name="Retângulo 58">
            <a:extLst>
              <a:ext uri="{FF2B5EF4-FFF2-40B4-BE49-F238E27FC236}">
                <a16:creationId xmlns:a16="http://schemas.microsoft.com/office/drawing/2014/main" id="{0D30BB05-9FA2-4770-AB8C-CF7A5CA794C4}"/>
              </a:ext>
            </a:extLst>
          </p:cNvPr>
          <p:cNvSpPr>
            <a:spLocks noGrp="1"/>
          </p:cNvSpPr>
          <p:nvPr/>
        </p:nvSpPr>
        <p:spPr>
          <a:xfrm>
            <a:off x="8067675" y="3248025"/>
            <a:ext cx="609600" cy="5810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defRPr sz="1357" b="1">
                <a:solidFill>
                  <a:srgbClr val="C97343"/>
                </a:solidFill>
                <a:latin typeface="Arial"/>
                <a:ea typeface="Arial"/>
                <a:cs typeface="Arial"/>
              </a:defRPr>
            </a:pPr>
            <a:r>
              <a:rPr sz="1357" b="1">
                <a:solidFill>
                  <a:srgbClr val="C97343"/>
                </a:solidFill>
                <a:latin typeface="Arial"/>
                <a:ea typeface="Arial"/>
                <a:cs typeface="Arial"/>
              </a:rPr>
              <a:t>5</a:t>
            </a:r>
          </a:p>
        </p:txBody>
      </p:sp>
      <p:sp>
        <p:nvSpPr>
          <p:cNvPr id="60" name="Retângulo 59">
            <a:extLst>
              <a:ext uri="{FF2B5EF4-FFF2-40B4-BE49-F238E27FC236}">
                <a16:creationId xmlns:a16="http://schemas.microsoft.com/office/drawing/2014/main" id="{B1F71014-05F0-43C8-ACBF-98051638ACCD}"/>
              </a:ext>
            </a:extLst>
          </p:cNvPr>
          <p:cNvSpPr>
            <a:spLocks noGrp="1"/>
          </p:cNvSpPr>
          <p:nvPr/>
        </p:nvSpPr>
        <p:spPr>
          <a:xfrm>
            <a:off x="8705850" y="3228975"/>
            <a:ext cx="609600" cy="609600"/>
          </a:xfrm>
          <a:prstGeom prst="rect">
            <a:avLst/>
          </a:prstGeom>
          <a:solidFill>
            <a:srgbClr val="213038"/>
          </a:solidFill>
          <a:ln w="0">
            <a:solidFill>
              <a:srgbClr val="213038"/>
            </a:solidFill>
            <a:prstDash val="solid"/>
          </a:ln>
        </p:spPr>
      </p:sp>
      <p:sp>
        <p:nvSpPr>
          <p:cNvPr id="61" name="Retângulo 60">
            <a:extLst>
              <a:ext uri="{FF2B5EF4-FFF2-40B4-BE49-F238E27FC236}">
                <a16:creationId xmlns:a16="http://schemas.microsoft.com/office/drawing/2014/main" id="{AC967DC8-02C8-4C4F-9491-93BFBE25A41A}"/>
              </a:ext>
            </a:extLst>
          </p:cNvPr>
          <p:cNvSpPr>
            <a:spLocks noGrp="1"/>
          </p:cNvSpPr>
          <p:nvPr/>
        </p:nvSpPr>
        <p:spPr>
          <a:xfrm>
            <a:off x="9344025" y="3228975"/>
            <a:ext cx="609600" cy="609600"/>
          </a:xfrm>
          <a:prstGeom prst="rect">
            <a:avLst/>
          </a:prstGeom>
          <a:solidFill>
            <a:srgbClr val="F7C79F"/>
          </a:solidFill>
          <a:ln w="19050">
            <a:solidFill>
              <a:srgbClr val="DFE4E0"/>
            </a:solidFill>
            <a:prstDash val="solid"/>
          </a:ln>
        </p:spPr>
      </p:sp>
      <p:sp>
        <p:nvSpPr>
          <p:cNvPr id="62" name="Retângulo 61">
            <a:extLst>
              <a:ext uri="{FF2B5EF4-FFF2-40B4-BE49-F238E27FC236}">
                <a16:creationId xmlns:a16="http://schemas.microsoft.com/office/drawing/2014/main" id="{B5C5B877-AC72-4499-9AC9-AC92B84C72AB}"/>
              </a:ext>
            </a:extLst>
          </p:cNvPr>
          <p:cNvSpPr>
            <a:spLocks noGrp="1"/>
          </p:cNvSpPr>
          <p:nvPr/>
        </p:nvSpPr>
        <p:spPr>
          <a:xfrm>
            <a:off x="9344025" y="3248025"/>
            <a:ext cx="609600" cy="5810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defRPr sz="1357" b="1">
                <a:solidFill>
                  <a:srgbClr val="C97343"/>
                </a:solidFill>
                <a:latin typeface="Arial"/>
                <a:ea typeface="Arial"/>
                <a:cs typeface="Arial"/>
              </a:defRPr>
            </a:pPr>
            <a:r>
              <a:rPr sz="1357" b="1">
                <a:solidFill>
                  <a:srgbClr val="C97343"/>
                </a:solidFill>
                <a:latin typeface="Arial"/>
                <a:ea typeface="Arial"/>
                <a:cs typeface="Arial"/>
              </a:rPr>
              <a:t>10</a:t>
            </a:r>
          </a:p>
        </p:txBody>
      </p:sp>
      <p:sp>
        <p:nvSpPr>
          <p:cNvPr id="63" name="Retângulo 62">
            <a:extLst>
              <a:ext uri="{FF2B5EF4-FFF2-40B4-BE49-F238E27FC236}">
                <a16:creationId xmlns:a16="http://schemas.microsoft.com/office/drawing/2014/main" id="{E12DCED2-F850-4D79-97F8-E4FADDBA7E50}"/>
              </a:ext>
            </a:extLst>
          </p:cNvPr>
          <p:cNvSpPr>
            <a:spLocks noGrp="1"/>
          </p:cNvSpPr>
          <p:nvPr/>
        </p:nvSpPr>
        <p:spPr>
          <a:xfrm>
            <a:off x="6791325" y="3867150"/>
            <a:ext cx="609600" cy="609600"/>
          </a:xfrm>
          <a:prstGeom prst="rect">
            <a:avLst/>
          </a:prstGeom>
          <a:solidFill>
            <a:srgbClr val="213038"/>
          </a:solidFill>
          <a:ln w="0">
            <a:solidFill>
              <a:srgbClr val="213038"/>
            </a:solidFill>
            <a:prstDash val="solid"/>
          </a:ln>
        </p:spPr>
      </p:sp>
      <p:sp>
        <p:nvSpPr>
          <p:cNvPr id="64" name="Retângulo 63">
            <a:extLst>
              <a:ext uri="{FF2B5EF4-FFF2-40B4-BE49-F238E27FC236}">
                <a16:creationId xmlns:a16="http://schemas.microsoft.com/office/drawing/2014/main" id="{79CDBB49-08D6-4D31-BF07-F54B0D62E10E}"/>
              </a:ext>
            </a:extLst>
          </p:cNvPr>
          <p:cNvSpPr>
            <a:spLocks noGrp="1"/>
          </p:cNvSpPr>
          <p:nvPr/>
        </p:nvSpPr>
        <p:spPr>
          <a:xfrm>
            <a:off x="7429500" y="3867150"/>
            <a:ext cx="609600" cy="609600"/>
          </a:xfrm>
          <a:prstGeom prst="rect">
            <a:avLst/>
          </a:prstGeom>
          <a:solidFill>
            <a:srgbClr val="F7C79F"/>
          </a:solidFill>
          <a:ln w="19050">
            <a:solidFill>
              <a:srgbClr val="DFE4E0"/>
            </a:solidFill>
            <a:prstDash val="solid"/>
          </a:ln>
        </p:spPr>
      </p:sp>
      <p:sp>
        <p:nvSpPr>
          <p:cNvPr id="65" name="Retângulo 64">
            <a:extLst>
              <a:ext uri="{FF2B5EF4-FFF2-40B4-BE49-F238E27FC236}">
                <a16:creationId xmlns:a16="http://schemas.microsoft.com/office/drawing/2014/main" id="{A717CBAD-F3F9-4012-9CA1-0002D0777A78}"/>
              </a:ext>
            </a:extLst>
          </p:cNvPr>
          <p:cNvSpPr>
            <a:spLocks noGrp="1"/>
          </p:cNvSpPr>
          <p:nvPr/>
        </p:nvSpPr>
        <p:spPr>
          <a:xfrm>
            <a:off x="7429500" y="3886200"/>
            <a:ext cx="609600" cy="5810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defRPr sz="1357" b="1">
                <a:solidFill>
                  <a:srgbClr val="C97343"/>
                </a:solidFill>
                <a:latin typeface="Arial"/>
                <a:ea typeface="Arial"/>
                <a:cs typeface="Arial"/>
              </a:defRPr>
            </a:pPr>
            <a:r>
              <a:rPr sz="1357" b="1">
                <a:solidFill>
                  <a:srgbClr val="C97343"/>
                </a:solidFill>
                <a:latin typeface="Arial"/>
                <a:ea typeface="Arial"/>
                <a:cs typeface="Arial"/>
              </a:rPr>
              <a:t>7</a:t>
            </a:r>
          </a:p>
        </p:txBody>
      </p:sp>
      <p:sp>
        <p:nvSpPr>
          <p:cNvPr id="66" name="Retângulo 65">
            <a:extLst>
              <a:ext uri="{FF2B5EF4-FFF2-40B4-BE49-F238E27FC236}">
                <a16:creationId xmlns:a16="http://schemas.microsoft.com/office/drawing/2014/main" id="{7F4DA761-929F-403E-ADBE-DCB652E9CFFB}"/>
              </a:ext>
            </a:extLst>
          </p:cNvPr>
          <p:cNvSpPr>
            <a:spLocks noGrp="1"/>
          </p:cNvSpPr>
          <p:nvPr/>
        </p:nvSpPr>
        <p:spPr>
          <a:xfrm>
            <a:off x="8067675" y="3867150"/>
            <a:ext cx="609600" cy="609600"/>
          </a:xfrm>
          <a:prstGeom prst="rect">
            <a:avLst/>
          </a:prstGeom>
          <a:solidFill>
            <a:srgbClr val="F3DED0"/>
          </a:solidFill>
          <a:ln w="19050">
            <a:solidFill>
              <a:srgbClr val="C97343"/>
            </a:solidFill>
            <a:prstDash val="solid"/>
          </a:ln>
        </p:spPr>
      </p:sp>
      <p:sp>
        <p:nvSpPr>
          <p:cNvPr id="67" name="Retângulo 66">
            <a:extLst>
              <a:ext uri="{FF2B5EF4-FFF2-40B4-BE49-F238E27FC236}">
                <a16:creationId xmlns:a16="http://schemas.microsoft.com/office/drawing/2014/main" id="{B7A99DAC-1DDF-4487-8EFF-D5710C058E89}"/>
              </a:ext>
            </a:extLst>
          </p:cNvPr>
          <p:cNvSpPr>
            <a:spLocks noGrp="1"/>
          </p:cNvSpPr>
          <p:nvPr/>
        </p:nvSpPr>
        <p:spPr>
          <a:xfrm>
            <a:off x="8067675" y="3886200"/>
            <a:ext cx="609600" cy="5810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defRPr sz="1357" b="1">
                <a:solidFill>
                  <a:srgbClr val="C97343"/>
                </a:solidFill>
                <a:latin typeface="Arial"/>
                <a:ea typeface="Arial"/>
                <a:cs typeface="Arial"/>
              </a:defRPr>
            </a:pPr>
            <a:r>
              <a:rPr sz="1357" b="1">
                <a:solidFill>
                  <a:srgbClr val="C97343"/>
                </a:solidFill>
                <a:latin typeface="Arial"/>
                <a:ea typeface="Arial"/>
                <a:cs typeface="Arial"/>
              </a:rPr>
              <a:t>6</a:t>
            </a:r>
          </a:p>
        </p:txBody>
      </p:sp>
      <p:sp>
        <p:nvSpPr>
          <p:cNvPr id="68" name="Retângulo 67">
            <a:extLst>
              <a:ext uri="{FF2B5EF4-FFF2-40B4-BE49-F238E27FC236}">
                <a16:creationId xmlns:a16="http://schemas.microsoft.com/office/drawing/2014/main" id="{39F3C969-AF5B-44AA-B866-AB851A99FCA6}"/>
              </a:ext>
            </a:extLst>
          </p:cNvPr>
          <p:cNvSpPr>
            <a:spLocks noGrp="1"/>
          </p:cNvSpPr>
          <p:nvPr/>
        </p:nvSpPr>
        <p:spPr>
          <a:xfrm>
            <a:off x="8705850" y="3867150"/>
            <a:ext cx="609600" cy="609600"/>
          </a:xfrm>
          <a:prstGeom prst="rect">
            <a:avLst/>
          </a:prstGeom>
          <a:solidFill>
            <a:srgbClr val="F3DED0"/>
          </a:solidFill>
          <a:ln w="19050">
            <a:solidFill>
              <a:srgbClr val="C97343"/>
            </a:solidFill>
            <a:prstDash val="solid"/>
          </a:ln>
        </p:spPr>
      </p:sp>
      <p:sp>
        <p:nvSpPr>
          <p:cNvPr id="69" name="Retângulo 68">
            <a:extLst>
              <a:ext uri="{FF2B5EF4-FFF2-40B4-BE49-F238E27FC236}">
                <a16:creationId xmlns:a16="http://schemas.microsoft.com/office/drawing/2014/main" id="{272D2922-5482-4FF9-A68E-7ABC88BBF706}"/>
              </a:ext>
            </a:extLst>
          </p:cNvPr>
          <p:cNvSpPr>
            <a:spLocks noGrp="1"/>
          </p:cNvSpPr>
          <p:nvPr/>
        </p:nvSpPr>
        <p:spPr>
          <a:xfrm>
            <a:off x="8705850" y="3886200"/>
            <a:ext cx="609600" cy="5810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defRPr sz="1357" b="1">
                <a:solidFill>
                  <a:srgbClr val="C97343"/>
                </a:solidFill>
                <a:latin typeface="Arial"/>
                <a:ea typeface="Arial"/>
                <a:cs typeface="Arial"/>
              </a:defRPr>
            </a:pPr>
            <a:r>
              <a:rPr sz="1357" b="1">
                <a:solidFill>
                  <a:srgbClr val="C97343"/>
                </a:solidFill>
                <a:latin typeface="Arial"/>
                <a:ea typeface="Arial"/>
                <a:cs typeface="Arial"/>
              </a:rPr>
              <a:t>8</a:t>
            </a:r>
          </a:p>
        </p:txBody>
      </p:sp>
      <p:sp>
        <p:nvSpPr>
          <p:cNvPr id="70" name="Retângulo 69">
            <a:extLst>
              <a:ext uri="{FF2B5EF4-FFF2-40B4-BE49-F238E27FC236}">
                <a16:creationId xmlns:a16="http://schemas.microsoft.com/office/drawing/2014/main" id="{819A16C9-DAFD-484B-8832-B2B39C093F45}"/>
              </a:ext>
            </a:extLst>
          </p:cNvPr>
          <p:cNvSpPr>
            <a:spLocks noGrp="1"/>
          </p:cNvSpPr>
          <p:nvPr/>
        </p:nvSpPr>
        <p:spPr>
          <a:xfrm>
            <a:off x="9344025" y="3867150"/>
            <a:ext cx="609600" cy="609600"/>
          </a:xfrm>
          <a:prstGeom prst="rect">
            <a:avLst/>
          </a:prstGeom>
          <a:solidFill>
            <a:srgbClr val="F3DED0"/>
          </a:solidFill>
          <a:ln w="19050">
            <a:solidFill>
              <a:srgbClr val="C97343"/>
            </a:solidFill>
            <a:prstDash val="solid"/>
          </a:ln>
        </p:spPr>
      </p:sp>
      <p:sp>
        <p:nvSpPr>
          <p:cNvPr id="71" name="Retângulo 70">
            <a:extLst>
              <a:ext uri="{FF2B5EF4-FFF2-40B4-BE49-F238E27FC236}">
                <a16:creationId xmlns:a16="http://schemas.microsoft.com/office/drawing/2014/main" id="{42192318-1DFC-43F1-B291-0BA4CF52F522}"/>
              </a:ext>
            </a:extLst>
          </p:cNvPr>
          <p:cNvSpPr>
            <a:spLocks noGrp="1"/>
          </p:cNvSpPr>
          <p:nvPr/>
        </p:nvSpPr>
        <p:spPr>
          <a:xfrm>
            <a:off x="9344025" y="3886200"/>
            <a:ext cx="609600" cy="5810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defRPr sz="1357" b="1">
                <a:solidFill>
                  <a:srgbClr val="C97343"/>
                </a:solidFill>
                <a:latin typeface="Arial"/>
                <a:ea typeface="Arial"/>
                <a:cs typeface="Arial"/>
              </a:defRPr>
            </a:pPr>
            <a:r>
              <a:rPr sz="1357" b="1">
                <a:solidFill>
                  <a:srgbClr val="C97343"/>
                </a:solidFill>
                <a:latin typeface="Arial"/>
                <a:ea typeface="Arial"/>
                <a:cs typeface="Arial"/>
              </a:rPr>
              <a:t>9</a:t>
            </a:r>
          </a:p>
        </p:txBody>
      </p:sp>
      <p:sp>
        <p:nvSpPr>
          <p:cNvPr id="72" name="Retângulo 71">
            <a:extLst>
              <a:ext uri="{FF2B5EF4-FFF2-40B4-BE49-F238E27FC236}">
                <a16:creationId xmlns:a16="http://schemas.microsoft.com/office/drawing/2014/main" id="{28701A04-8241-4B3E-8E21-7385B56EED47}"/>
              </a:ext>
            </a:extLst>
          </p:cNvPr>
          <p:cNvSpPr>
            <a:spLocks noGrp="1"/>
          </p:cNvSpPr>
          <p:nvPr/>
        </p:nvSpPr>
        <p:spPr>
          <a:xfrm>
            <a:off x="6791325" y="4505325"/>
            <a:ext cx="609600" cy="609600"/>
          </a:xfrm>
          <a:prstGeom prst="rect">
            <a:avLst/>
          </a:prstGeom>
          <a:solidFill>
            <a:srgbClr val="213038"/>
          </a:solidFill>
          <a:ln w="0">
            <a:solidFill>
              <a:srgbClr val="213038"/>
            </a:solidFill>
            <a:prstDash val="solid"/>
          </a:ln>
        </p:spPr>
      </p:sp>
      <p:sp>
        <p:nvSpPr>
          <p:cNvPr id="73" name="Retângulo 72">
            <a:extLst>
              <a:ext uri="{FF2B5EF4-FFF2-40B4-BE49-F238E27FC236}">
                <a16:creationId xmlns:a16="http://schemas.microsoft.com/office/drawing/2014/main" id="{630DB2CB-6CF3-46F5-8CA8-D255BE84021B}"/>
              </a:ext>
            </a:extLst>
          </p:cNvPr>
          <p:cNvSpPr>
            <a:spLocks noGrp="1"/>
          </p:cNvSpPr>
          <p:nvPr/>
        </p:nvSpPr>
        <p:spPr>
          <a:xfrm>
            <a:off x="7429500" y="4505325"/>
            <a:ext cx="609600" cy="609600"/>
          </a:xfrm>
          <a:prstGeom prst="rect">
            <a:avLst/>
          </a:prstGeom>
          <a:solidFill>
            <a:srgbClr val="213038"/>
          </a:solidFill>
          <a:ln w="0">
            <a:solidFill>
              <a:srgbClr val="213038"/>
            </a:solidFill>
            <a:prstDash val="solid"/>
          </a:ln>
        </p:spPr>
      </p:sp>
      <p:sp>
        <p:nvSpPr>
          <p:cNvPr id="74" name="Retângulo 73">
            <a:extLst>
              <a:ext uri="{FF2B5EF4-FFF2-40B4-BE49-F238E27FC236}">
                <a16:creationId xmlns:a16="http://schemas.microsoft.com/office/drawing/2014/main" id="{8C42BB5C-BD08-4D34-8078-03C192DC44BA}"/>
              </a:ext>
            </a:extLst>
          </p:cNvPr>
          <p:cNvSpPr>
            <a:spLocks noGrp="1"/>
          </p:cNvSpPr>
          <p:nvPr/>
        </p:nvSpPr>
        <p:spPr>
          <a:xfrm>
            <a:off x="8067675" y="4505325"/>
            <a:ext cx="609600" cy="609600"/>
          </a:xfrm>
          <a:prstGeom prst="rect">
            <a:avLst/>
          </a:prstGeom>
          <a:solidFill>
            <a:srgbClr val="213038"/>
          </a:solidFill>
          <a:ln w="0">
            <a:solidFill>
              <a:srgbClr val="213038"/>
            </a:solidFill>
            <a:prstDash val="solid"/>
          </a:ln>
        </p:spPr>
      </p:sp>
      <p:sp>
        <p:nvSpPr>
          <p:cNvPr id="75" name="Retângulo 74">
            <a:extLst>
              <a:ext uri="{FF2B5EF4-FFF2-40B4-BE49-F238E27FC236}">
                <a16:creationId xmlns:a16="http://schemas.microsoft.com/office/drawing/2014/main" id="{3161C321-CAA0-48AC-B4D3-C62208274153}"/>
              </a:ext>
            </a:extLst>
          </p:cNvPr>
          <p:cNvSpPr>
            <a:spLocks noGrp="1"/>
          </p:cNvSpPr>
          <p:nvPr/>
        </p:nvSpPr>
        <p:spPr>
          <a:xfrm>
            <a:off x="8705850" y="4505325"/>
            <a:ext cx="609600" cy="609600"/>
          </a:xfrm>
          <a:prstGeom prst="rect">
            <a:avLst/>
          </a:prstGeom>
          <a:solidFill>
            <a:srgbClr val="213038"/>
          </a:solidFill>
          <a:ln w="0">
            <a:solidFill>
              <a:srgbClr val="213038"/>
            </a:solidFill>
            <a:prstDash val="solid"/>
          </a:ln>
        </p:spPr>
      </p:sp>
      <p:sp>
        <p:nvSpPr>
          <p:cNvPr id="76" name="Retângulo 75">
            <a:extLst>
              <a:ext uri="{FF2B5EF4-FFF2-40B4-BE49-F238E27FC236}">
                <a16:creationId xmlns:a16="http://schemas.microsoft.com/office/drawing/2014/main" id="{0B393A83-0618-4A9E-BC11-F69502AD4487}"/>
              </a:ext>
            </a:extLst>
          </p:cNvPr>
          <p:cNvSpPr>
            <a:spLocks noGrp="1"/>
          </p:cNvSpPr>
          <p:nvPr/>
        </p:nvSpPr>
        <p:spPr>
          <a:xfrm>
            <a:off x="9344025" y="4505325"/>
            <a:ext cx="609600" cy="609600"/>
          </a:xfrm>
          <a:prstGeom prst="rect">
            <a:avLst/>
          </a:prstGeom>
          <a:solidFill>
            <a:srgbClr val="F3DED0"/>
          </a:solidFill>
          <a:ln w="19050">
            <a:solidFill>
              <a:srgbClr val="C97343"/>
            </a:solidFill>
            <a:prstDash val="solid"/>
          </a:ln>
        </p:spPr>
      </p:sp>
      <p:sp>
        <p:nvSpPr>
          <p:cNvPr id="77" name="Retângulo 76">
            <a:extLst>
              <a:ext uri="{FF2B5EF4-FFF2-40B4-BE49-F238E27FC236}">
                <a16:creationId xmlns:a16="http://schemas.microsoft.com/office/drawing/2014/main" id="{C04B7521-BD05-48B8-960D-782B57B80DA0}"/>
              </a:ext>
            </a:extLst>
          </p:cNvPr>
          <p:cNvSpPr>
            <a:spLocks noGrp="1"/>
          </p:cNvSpPr>
          <p:nvPr/>
        </p:nvSpPr>
        <p:spPr>
          <a:xfrm>
            <a:off x="9344025" y="4524375"/>
            <a:ext cx="609600" cy="5810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defRPr sz="1357" b="1">
                <a:solidFill>
                  <a:srgbClr val="17242B"/>
                </a:solidFill>
                <a:latin typeface="Arial"/>
                <a:ea typeface="Arial"/>
                <a:cs typeface="Arial"/>
              </a:defRPr>
            </a:pPr>
            <a:r>
              <a:rPr sz="1357" b="1">
                <a:solidFill>
                  <a:srgbClr val="17242B"/>
                </a:solidFill>
                <a:latin typeface="Arial"/>
                <a:ea typeface="Arial"/>
                <a:cs typeface="Arial"/>
              </a:rPr>
              <a:t>11</a:t>
            </a:r>
          </a:p>
        </p:txBody>
      </p:sp>
      <p:sp>
        <p:nvSpPr>
          <p:cNvPr id="78" name="Retângulo 77">
            <a:extLst>
              <a:ext uri="{FF2B5EF4-FFF2-40B4-BE49-F238E27FC236}">
                <a16:creationId xmlns:a16="http://schemas.microsoft.com/office/drawing/2014/main" id="{3654F8CF-A9F7-4B5D-89EB-D5E12FC2F19E}"/>
              </a:ext>
            </a:extLst>
          </p:cNvPr>
          <p:cNvSpPr>
            <a:spLocks noGrp="1"/>
          </p:cNvSpPr>
          <p:nvPr/>
        </p:nvSpPr>
        <p:spPr>
          <a:xfrm>
            <a:off x="762000" y="5495925"/>
            <a:ext cx="10572750" cy="4286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defRPr sz="1650" b="0">
                <a:solidFill>
                  <a:srgbClr val="5E6A70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5E6A70"/>
                </a:solidFill>
                <a:latin typeface="Arial"/>
                <a:ea typeface="Arial"/>
                <a:cs typeface="Arial"/>
              </a:rPr>
              <a:t>Os números indicam a ordem examinada. As duas buscas terminam com 8 movimentos.</a:t>
            </a:r>
          </a:p>
        </p:txBody>
      </p:sp>
    </p:spTree>
    <p:extLst>
      <p:ext uri="{BB962C8B-B14F-4D97-AF65-F5344CB8AC3E}">
        <p14:creationId xmlns:p14="http://schemas.microsoft.com/office/powerpoint/2010/main" val="72007563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4E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Retângulo 20">
            <a:extLst>
              <a:ext uri="{FF2B5EF4-FFF2-40B4-BE49-F238E27FC236}">
                <a16:creationId xmlns:a16="http://schemas.microsoft.com/office/drawing/2014/main" id="{00A231B5-1844-46E3-AE1D-D59FEEF6F3BA}"/>
              </a:ext>
            </a:extLst>
          </p:cNvPr>
          <p:cNvSpPr>
            <a:spLocks noGrp="1"/>
          </p:cNvSpPr>
          <p:nvPr/>
        </p:nvSpPr>
        <p:spPr>
          <a:xfrm>
            <a:off x="704850" y="400050"/>
            <a:ext cx="10668000" cy="590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defRPr sz="2700" b="1">
                <a:solidFill>
                  <a:srgbClr val="17242B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17242B"/>
                </a:solidFill>
                <a:latin typeface="Arial"/>
                <a:ea typeface="Arial"/>
                <a:cs typeface="Arial"/>
              </a:rPr>
              <a:t>Como medimos</a:t>
            </a:r>
          </a:p>
        </p:txBody>
      </p:sp>
      <p:sp>
        <p:nvSpPr>
          <p:cNvPr id="2" name="Retângulo 1">
            <a:extLst>
              <a:ext uri="{FF2B5EF4-FFF2-40B4-BE49-F238E27FC236}">
                <a16:creationId xmlns:a16="http://schemas.microsoft.com/office/drawing/2014/main" id="{31D2E75F-1CD8-494F-BEE4-D6BCEFD540D0}"/>
              </a:ext>
            </a:extLst>
          </p:cNvPr>
          <p:cNvSpPr>
            <a:spLocks noGrp="1"/>
          </p:cNvSpPr>
          <p:nvPr/>
        </p:nvSpPr>
        <p:spPr>
          <a:xfrm>
            <a:off x="704850" y="6286500"/>
            <a:ext cx="10782300" cy="9525"/>
          </a:xfrm>
          <a:prstGeom prst="rect">
            <a:avLst/>
          </a:prstGeom>
          <a:solidFill>
            <a:srgbClr val="DFE4E0"/>
          </a:solidFill>
          <a:ln w="0">
            <a:noFill/>
            <a:prstDash val="solid"/>
          </a:ln>
        </p:spPr>
      </p:sp>
      <p:sp>
        <p:nvSpPr>
          <p:cNvPr id="3" name="Retângulo 2">
            <a:extLst>
              <a:ext uri="{FF2B5EF4-FFF2-40B4-BE49-F238E27FC236}">
                <a16:creationId xmlns:a16="http://schemas.microsoft.com/office/drawing/2014/main" id="{FCC12DCF-06B0-498D-8E76-4931465CF99F}"/>
              </a:ext>
            </a:extLst>
          </p:cNvPr>
          <p:cNvSpPr>
            <a:spLocks noGrp="1"/>
          </p:cNvSpPr>
          <p:nvPr/>
        </p:nvSpPr>
        <p:spPr>
          <a:xfrm>
            <a:off x="11087100" y="6381750"/>
            <a:ext cx="4000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r">
              <a:defRPr sz="1050" b="0">
                <a:solidFill>
                  <a:srgbClr val="5E6A70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5E6A70"/>
                </a:solidFill>
                <a:latin typeface="Arial"/>
                <a:ea typeface="Arial"/>
                <a:cs typeface="Arial"/>
              </a:rPr>
              <a:t>08</a:t>
            </a:r>
          </a:p>
        </p:txBody>
      </p:sp>
      <p:sp>
        <p:nvSpPr>
          <p:cNvPr id="4" name="Retângulo 3">
            <a:extLst>
              <a:ext uri="{FF2B5EF4-FFF2-40B4-BE49-F238E27FC236}">
                <a16:creationId xmlns:a16="http://schemas.microsoft.com/office/drawing/2014/main" id="{5B89799A-5555-4474-AD84-9341CD81969A}"/>
              </a:ext>
            </a:extLst>
          </p:cNvPr>
          <p:cNvSpPr>
            <a:spLocks noGrp="1"/>
          </p:cNvSpPr>
          <p:nvPr/>
        </p:nvSpPr>
        <p:spPr>
          <a:xfrm>
            <a:off x="723900" y="1428750"/>
            <a:ext cx="485775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defRPr sz="1575" b="1">
                <a:solidFill>
                  <a:srgbClr val="14796F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14796F"/>
                </a:solidFill>
                <a:latin typeface="Arial"/>
                <a:ea typeface="Arial"/>
                <a:cs typeface="Arial"/>
              </a:rPr>
              <a:t>TEMPO</a:t>
            </a:r>
          </a:p>
        </p:txBody>
      </p:sp>
      <p:sp>
        <p:nvSpPr>
          <p:cNvPr id="5" name="Retângulo 4">
            <a:extLst>
              <a:ext uri="{FF2B5EF4-FFF2-40B4-BE49-F238E27FC236}">
                <a16:creationId xmlns:a16="http://schemas.microsoft.com/office/drawing/2014/main" id="{56F676F0-3717-45F2-9B5B-F0FCC7BFCB00}"/>
              </a:ext>
            </a:extLst>
          </p:cNvPr>
          <p:cNvSpPr>
            <a:spLocks noGrp="1"/>
          </p:cNvSpPr>
          <p:nvPr/>
        </p:nvSpPr>
        <p:spPr>
          <a:xfrm>
            <a:off x="723900" y="1800225"/>
            <a:ext cx="4857750" cy="28575"/>
          </a:xfrm>
          <a:prstGeom prst="rect">
            <a:avLst/>
          </a:prstGeom>
          <a:solidFill>
            <a:srgbClr val="14796F"/>
          </a:solidFill>
          <a:ln w="0">
            <a:noFill/>
            <a:prstDash val="solid"/>
          </a:ln>
        </p:spPr>
      </p:sp>
      <p:sp>
        <p:nvSpPr>
          <p:cNvPr id="6" name="Retângulo 5">
            <a:extLst>
              <a:ext uri="{FF2B5EF4-FFF2-40B4-BE49-F238E27FC236}">
                <a16:creationId xmlns:a16="http://schemas.microsoft.com/office/drawing/2014/main" id="{0B723241-F0C2-4895-A862-BB295A292B46}"/>
              </a:ext>
            </a:extLst>
          </p:cNvPr>
          <p:cNvSpPr>
            <a:spLocks noGrp="1"/>
          </p:cNvSpPr>
          <p:nvPr/>
        </p:nvSpPr>
        <p:spPr>
          <a:xfrm>
            <a:off x="6534150" y="1428750"/>
            <a:ext cx="485775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defRPr sz="1575" b="1">
                <a:solidFill>
                  <a:srgbClr val="C97343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C97343"/>
                </a:solidFill>
                <a:latin typeface="Arial"/>
                <a:ea typeface="Arial"/>
                <a:cs typeface="Arial"/>
              </a:rPr>
              <a:t>MEMÓRIA</a:t>
            </a:r>
          </a:p>
        </p:txBody>
      </p:sp>
      <p:sp>
        <p:nvSpPr>
          <p:cNvPr id="7" name="Retângulo 6">
            <a:extLst>
              <a:ext uri="{FF2B5EF4-FFF2-40B4-BE49-F238E27FC236}">
                <a16:creationId xmlns:a16="http://schemas.microsoft.com/office/drawing/2014/main" id="{D4A73F35-A9C5-449F-B905-EFF257AC0AE1}"/>
              </a:ext>
            </a:extLst>
          </p:cNvPr>
          <p:cNvSpPr>
            <a:spLocks noGrp="1"/>
          </p:cNvSpPr>
          <p:nvPr/>
        </p:nvSpPr>
        <p:spPr>
          <a:xfrm>
            <a:off x="6534150" y="1800225"/>
            <a:ext cx="4857750" cy="28575"/>
          </a:xfrm>
          <a:prstGeom prst="rect">
            <a:avLst/>
          </a:prstGeom>
          <a:solidFill>
            <a:srgbClr val="C97343"/>
          </a:solidFill>
          <a:ln w="0">
            <a:noFill/>
            <a:prstDash val="solid"/>
          </a:ln>
        </p:spPr>
      </p:sp>
      <p:sp>
        <p:nvSpPr>
          <p:cNvPr id="8" name="Retângulo 7">
            <a:extLst>
              <a:ext uri="{FF2B5EF4-FFF2-40B4-BE49-F238E27FC236}">
                <a16:creationId xmlns:a16="http://schemas.microsoft.com/office/drawing/2014/main" id="{574FD3A0-A1EC-42B3-9661-EDA9EFD85DC8}"/>
              </a:ext>
            </a:extLst>
          </p:cNvPr>
          <p:cNvSpPr>
            <a:spLocks noGrp="1"/>
          </p:cNvSpPr>
          <p:nvPr/>
        </p:nvSpPr>
        <p:spPr>
          <a:xfrm>
            <a:off x="723900" y="2190750"/>
            <a:ext cx="2000250" cy="8858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 fontScale="95679"/>
          </a:bodyPr>
          <a:lstStyle/>
          <a:p>
            <a:pPr algn="l">
              <a:defRPr sz="6075" b="1">
                <a:solidFill>
                  <a:srgbClr val="14796F"/>
                </a:solidFill>
                <a:latin typeface="Arial"/>
                <a:ea typeface="Arial"/>
                <a:cs typeface="Arial"/>
              </a:defRPr>
            </a:pPr>
            <a:r>
              <a:rPr sz="6075" b="1">
                <a:solidFill>
                  <a:srgbClr val="14796F"/>
                </a:solidFill>
                <a:latin typeface="Arial"/>
                <a:ea typeface="Arial"/>
                <a:cs typeface="Arial"/>
              </a:rPr>
              <a:t>10</a:t>
            </a:r>
          </a:p>
        </p:txBody>
      </p:sp>
      <p:sp>
        <p:nvSpPr>
          <p:cNvPr id="9" name="Retângulo 8">
            <a:extLst>
              <a:ext uri="{FF2B5EF4-FFF2-40B4-BE49-F238E27FC236}">
                <a16:creationId xmlns:a16="http://schemas.microsoft.com/office/drawing/2014/main" id="{24DB3267-FCD9-437B-823E-A822025B2CA5}"/>
              </a:ext>
            </a:extLst>
          </p:cNvPr>
          <p:cNvSpPr>
            <a:spLocks noGrp="1"/>
          </p:cNvSpPr>
          <p:nvPr/>
        </p:nvSpPr>
        <p:spPr>
          <a:xfrm>
            <a:off x="6534150" y="2190750"/>
            <a:ext cx="2000250" cy="8858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 fontScale="95679"/>
          </a:bodyPr>
          <a:lstStyle/>
          <a:p>
            <a:pPr algn="l">
              <a:defRPr sz="6075" b="1">
                <a:solidFill>
                  <a:srgbClr val="C97343"/>
                </a:solidFill>
                <a:latin typeface="Arial"/>
                <a:ea typeface="Arial"/>
                <a:cs typeface="Arial"/>
              </a:defRPr>
            </a:pPr>
            <a:r>
              <a:rPr sz="6075" b="1">
                <a:solidFill>
                  <a:srgbClr val="C97343"/>
                </a:solidFill>
                <a:latin typeface="Arial"/>
                <a:ea typeface="Arial"/>
                <a:cs typeface="Arial"/>
              </a:rPr>
              <a:t>10</a:t>
            </a:r>
          </a:p>
        </p:txBody>
      </p:sp>
      <p:sp>
        <p:nvSpPr>
          <p:cNvPr id="10" name="Retângulo 9">
            <a:extLst>
              <a:ext uri="{FF2B5EF4-FFF2-40B4-BE49-F238E27FC236}">
                <a16:creationId xmlns:a16="http://schemas.microsoft.com/office/drawing/2014/main" id="{5A9316D5-54BD-443B-8168-E435348C8EF2}"/>
              </a:ext>
            </a:extLst>
          </p:cNvPr>
          <p:cNvSpPr>
            <a:spLocks noGrp="1"/>
          </p:cNvSpPr>
          <p:nvPr/>
        </p:nvSpPr>
        <p:spPr>
          <a:xfrm>
            <a:off x="2400300" y="2447925"/>
            <a:ext cx="3048000" cy="523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defRPr sz="2100" b="0">
                <a:solidFill>
                  <a:srgbClr val="17242B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7242B"/>
                </a:solidFill>
                <a:latin typeface="Arial"/>
                <a:ea typeface="Arial"/>
                <a:cs typeface="Arial"/>
              </a:rPr>
              <a:t>amostras</a:t>
            </a:r>
          </a:p>
        </p:txBody>
      </p:sp>
      <p:sp>
        <p:nvSpPr>
          <p:cNvPr id="11" name="Retângulo 10">
            <a:extLst>
              <a:ext uri="{FF2B5EF4-FFF2-40B4-BE49-F238E27FC236}">
                <a16:creationId xmlns:a16="http://schemas.microsoft.com/office/drawing/2014/main" id="{89826731-8EC3-439A-AA19-FA14AF95B03A}"/>
              </a:ext>
            </a:extLst>
          </p:cNvPr>
          <p:cNvSpPr>
            <a:spLocks noGrp="1"/>
          </p:cNvSpPr>
          <p:nvPr/>
        </p:nvSpPr>
        <p:spPr>
          <a:xfrm>
            <a:off x="8191500" y="2447925"/>
            <a:ext cx="3238500" cy="523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defRPr sz="1875" b="0">
                <a:solidFill>
                  <a:srgbClr val="17242B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17242B"/>
                </a:solidFill>
                <a:latin typeface="Arial"/>
                <a:ea typeface="Arial"/>
                <a:cs typeface="Arial"/>
              </a:rPr>
              <a:t>medições individuais</a:t>
            </a:r>
          </a:p>
        </p:txBody>
      </p:sp>
      <p:sp>
        <p:nvSpPr>
          <p:cNvPr id="12" name="Retângulo 11">
            <a:extLst>
              <a:ext uri="{FF2B5EF4-FFF2-40B4-BE49-F238E27FC236}">
                <a16:creationId xmlns:a16="http://schemas.microsoft.com/office/drawing/2014/main" id="{7835A537-BF4A-4F60-8D41-983EE9A5C9D8}"/>
              </a:ext>
            </a:extLst>
          </p:cNvPr>
          <p:cNvSpPr>
            <a:spLocks noGrp="1"/>
          </p:cNvSpPr>
          <p:nvPr/>
        </p:nvSpPr>
        <p:spPr>
          <a:xfrm>
            <a:off x="723900" y="3533775"/>
            <a:ext cx="4857750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defRPr sz="1875" b="0">
                <a:solidFill>
                  <a:srgbClr val="17242B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17242B"/>
                </a:solidFill>
                <a:latin typeface="Arial"/>
                <a:ea typeface="Arial"/>
                <a:cs typeface="Arial"/>
              </a:rPr>
              <a:t>1.000 execuções por amostra</a:t>
            </a:r>
          </a:p>
        </p:txBody>
      </p:sp>
      <p:sp>
        <p:nvSpPr>
          <p:cNvPr id="13" name="Retângulo 12">
            <a:extLst>
              <a:ext uri="{FF2B5EF4-FFF2-40B4-BE49-F238E27FC236}">
                <a16:creationId xmlns:a16="http://schemas.microsoft.com/office/drawing/2014/main" id="{3496DCFB-F984-4423-B057-F5DD571AE7AA}"/>
              </a:ext>
            </a:extLst>
          </p:cNvPr>
          <p:cNvSpPr>
            <a:spLocks noGrp="1"/>
          </p:cNvSpPr>
          <p:nvPr/>
        </p:nvSpPr>
        <p:spPr>
          <a:xfrm>
            <a:off x="723900" y="4067175"/>
            <a:ext cx="4857750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defRPr sz="1875" b="0">
                <a:solidFill>
                  <a:srgbClr val="17242B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17242B"/>
                </a:solidFill>
                <a:latin typeface="Arial"/>
                <a:ea typeface="Arial"/>
                <a:cs typeface="Arial"/>
              </a:rPr>
              <a:t>perf_counter_ns()</a:t>
            </a:r>
          </a:p>
        </p:txBody>
      </p:sp>
      <p:sp>
        <p:nvSpPr>
          <p:cNvPr id="14" name="Retângulo 13">
            <a:extLst>
              <a:ext uri="{FF2B5EF4-FFF2-40B4-BE49-F238E27FC236}">
                <a16:creationId xmlns:a16="http://schemas.microsoft.com/office/drawing/2014/main" id="{19F972A9-1EED-44FE-B54D-9691D2B7576D}"/>
              </a:ext>
            </a:extLst>
          </p:cNvPr>
          <p:cNvSpPr>
            <a:spLocks noGrp="1"/>
          </p:cNvSpPr>
          <p:nvPr/>
        </p:nvSpPr>
        <p:spPr>
          <a:xfrm>
            <a:off x="723900" y="4600575"/>
            <a:ext cx="4857750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defRPr sz="1875" b="0">
                <a:solidFill>
                  <a:srgbClr val="17242B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17242B"/>
                </a:solidFill>
                <a:latin typeface="Arial"/>
                <a:ea typeface="Arial"/>
                <a:cs typeface="Arial"/>
              </a:rPr>
              <a:t>Tempo por execução em ms</a:t>
            </a:r>
          </a:p>
        </p:txBody>
      </p:sp>
      <p:sp>
        <p:nvSpPr>
          <p:cNvPr id="15" name="Retângulo 14">
            <a:extLst>
              <a:ext uri="{FF2B5EF4-FFF2-40B4-BE49-F238E27FC236}">
                <a16:creationId xmlns:a16="http://schemas.microsoft.com/office/drawing/2014/main" id="{4BC7AB82-9C30-4C25-8306-1AA7043E356B}"/>
              </a:ext>
            </a:extLst>
          </p:cNvPr>
          <p:cNvSpPr>
            <a:spLocks noGrp="1"/>
          </p:cNvSpPr>
          <p:nvPr/>
        </p:nvSpPr>
        <p:spPr>
          <a:xfrm>
            <a:off x="6534150" y="3533775"/>
            <a:ext cx="4857750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defRPr sz="1875" b="0">
                <a:solidFill>
                  <a:srgbClr val="17242B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17242B"/>
                </a:solidFill>
                <a:latin typeface="Arial"/>
                <a:ea typeface="Arial"/>
                <a:cs typeface="Arial"/>
              </a:rPr>
              <a:t>tracemalloc</a:t>
            </a:r>
          </a:p>
        </p:txBody>
      </p:sp>
      <p:sp>
        <p:nvSpPr>
          <p:cNvPr id="16" name="Retângulo 15">
            <a:extLst>
              <a:ext uri="{FF2B5EF4-FFF2-40B4-BE49-F238E27FC236}">
                <a16:creationId xmlns:a16="http://schemas.microsoft.com/office/drawing/2014/main" id="{457BAA9D-7894-4C7C-AA6B-52AC1AB8A40A}"/>
              </a:ext>
            </a:extLst>
          </p:cNvPr>
          <p:cNvSpPr>
            <a:spLocks noGrp="1"/>
          </p:cNvSpPr>
          <p:nvPr/>
        </p:nvSpPr>
        <p:spPr>
          <a:xfrm>
            <a:off x="6534150" y="4067175"/>
            <a:ext cx="4857750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defRPr sz="1875" b="0">
                <a:solidFill>
                  <a:srgbClr val="17242B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17242B"/>
                </a:solidFill>
                <a:latin typeface="Arial"/>
                <a:ea typeface="Arial"/>
                <a:cs typeface="Arial"/>
              </a:rPr>
              <a:t>Pico de alocação em KiB</a:t>
            </a:r>
          </a:p>
        </p:txBody>
      </p:sp>
      <p:sp>
        <p:nvSpPr>
          <p:cNvPr id="17" name="Retângulo 16">
            <a:extLst>
              <a:ext uri="{FF2B5EF4-FFF2-40B4-BE49-F238E27FC236}">
                <a16:creationId xmlns:a16="http://schemas.microsoft.com/office/drawing/2014/main" id="{1A263BF4-E542-4222-92DD-9D11EB605E49}"/>
              </a:ext>
            </a:extLst>
          </p:cNvPr>
          <p:cNvSpPr>
            <a:spLocks noGrp="1"/>
          </p:cNvSpPr>
          <p:nvPr/>
        </p:nvSpPr>
        <p:spPr>
          <a:xfrm>
            <a:off x="6534150" y="4600575"/>
            <a:ext cx="4857750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defRPr sz="1875" b="0">
                <a:solidFill>
                  <a:srgbClr val="17242B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17242B"/>
                </a:solidFill>
                <a:latin typeface="Arial"/>
                <a:ea typeface="Arial"/>
                <a:cs typeface="Arial"/>
              </a:rPr>
              <a:t>Uma execução por medição</a:t>
            </a:r>
          </a:p>
        </p:txBody>
      </p:sp>
      <p:sp>
        <p:nvSpPr>
          <p:cNvPr id="18" name="Retângulo 17">
            <a:extLst>
              <a:ext uri="{FF2B5EF4-FFF2-40B4-BE49-F238E27FC236}">
                <a16:creationId xmlns:a16="http://schemas.microsoft.com/office/drawing/2014/main" id="{8AB50EF4-490D-4755-98B7-69AF656B300D}"/>
              </a:ext>
            </a:extLst>
          </p:cNvPr>
          <p:cNvSpPr>
            <a:spLocks noGrp="1"/>
          </p:cNvSpPr>
          <p:nvPr/>
        </p:nvSpPr>
        <p:spPr>
          <a:xfrm>
            <a:off x="723900" y="5534025"/>
            <a:ext cx="10668000" cy="9525"/>
          </a:xfrm>
          <a:prstGeom prst="rect">
            <a:avLst/>
          </a:prstGeom>
          <a:solidFill>
            <a:srgbClr val="DFE4E0"/>
          </a:solidFill>
          <a:ln w="0">
            <a:noFill/>
            <a:prstDash val="solid"/>
          </a:ln>
        </p:spPr>
      </p:sp>
      <p:sp>
        <p:nvSpPr>
          <p:cNvPr id="19" name="Retângulo 18">
            <a:extLst>
              <a:ext uri="{FF2B5EF4-FFF2-40B4-BE49-F238E27FC236}">
                <a16:creationId xmlns:a16="http://schemas.microsoft.com/office/drawing/2014/main" id="{791CF2E7-C078-433B-9419-A1BEE805C20E}"/>
              </a:ext>
            </a:extLst>
          </p:cNvPr>
          <p:cNvSpPr>
            <a:spLocks noGrp="1"/>
          </p:cNvSpPr>
          <p:nvPr/>
        </p:nvSpPr>
        <p:spPr>
          <a:xfrm>
            <a:off x="723900" y="5648325"/>
            <a:ext cx="7620000" cy="3143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defRPr sz="1500" b="0">
                <a:solidFill>
                  <a:srgbClr val="5E6A70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5E6A70"/>
                </a:solidFill>
                <a:latin typeface="Arial"/>
                <a:ea typeface="Arial"/>
                <a:cs typeface="Arial"/>
              </a:rPr>
              <a:t>Descarte do maior e menor valor; média dos 8 restantes</a:t>
            </a:r>
          </a:p>
        </p:txBody>
      </p:sp>
      <p:sp>
        <p:nvSpPr>
          <p:cNvPr id="20" name="Retângulo 19">
            <a:extLst>
              <a:ext uri="{FF2B5EF4-FFF2-40B4-BE49-F238E27FC236}">
                <a16:creationId xmlns:a16="http://schemas.microsoft.com/office/drawing/2014/main" id="{073E8933-8A92-4411-AD5B-8DF4E7B8F319}"/>
              </a:ext>
            </a:extLst>
          </p:cNvPr>
          <p:cNvSpPr>
            <a:spLocks noGrp="1"/>
          </p:cNvSpPr>
          <p:nvPr/>
        </p:nvSpPr>
        <p:spPr>
          <a:xfrm>
            <a:off x="723900" y="6010275"/>
            <a:ext cx="10668000" cy="2571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defRPr sz="1275" b="0">
                <a:solidFill>
                  <a:srgbClr val="5E6A70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E6A70"/>
                </a:solidFill>
                <a:latin typeface="Arial"/>
                <a:ea typeface="Arial"/>
                <a:cs typeface="Arial"/>
              </a:rPr>
              <a:t>i7-1255U · 40 GB RAM · Windows 11 · Python 3.12.4</a:t>
            </a:r>
          </a:p>
        </p:txBody>
      </p:sp>
    </p:spTree>
    <p:extLst>
      <p:ext uri="{BB962C8B-B14F-4D97-AF65-F5344CB8AC3E}">
        <p14:creationId xmlns:p14="http://schemas.microsoft.com/office/powerpoint/2010/main" val="108932672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4E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tângulo 5">
            <a:extLst>
              <a:ext uri="{FF2B5EF4-FFF2-40B4-BE49-F238E27FC236}">
                <a16:creationId xmlns:a16="http://schemas.microsoft.com/office/drawing/2014/main" id="{330E8398-978A-4E5C-88DF-E5CADE84446B}"/>
              </a:ext>
            </a:extLst>
          </p:cNvPr>
          <p:cNvSpPr>
            <a:spLocks noGrp="1"/>
          </p:cNvSpPr>
          <p:nvPr/>
        </p:nvSpPr>
        <p:spPr>
          <a:xfrm>
            <a:off x="704850" y="400050"/>
            <a:ext cx="10668000" cy="590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defRPr sz="2700" b="1">
                <a:solidFill>
                  <a:srgbClr val="17242B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17242B"/>
                </a:solidFill>
                <a:latin typeface="Arial"/>
                <a:ea typeface="Arial"/>
                <a:cs typeface="Arial"/>
              </a:rPr>
              <a:t>Resultados do experimento</a:t>
            </a:r>
          </a:p>
        </p:txBody>
      </p:sp>
      <p:sp>
        <p:nvSpPr>
          <p:cNvPr id="2" name="Retângulo 1">
            <a:extLst>
              <a:ext uri="{FF2B5EF4-FFF2-40B4-BE49-F238E27FC236}">
                <a16:creationId xmlns:a16="http://schemas.microsoft.com/office/drawing/2014/main" id="{DAA2F9CA-AB14-4765-A44D-08F7601A2D74}"/>
              </a:ext>
            </a:extLst>
          </p:cNvPr>
          <p:cNvSpPr>
            <a:spLocks noGrp="1"/>
          </p:cNvSpPr>
          <p:nvPr/>
        </p:nvSpPr>
        <p:spPr>
          <a:xfrm>
            <a:off x="704850" y="6286500"/>
            <a:ext cx="10782300" cy="9525"/>
          </a:xfrm>
          <a:prstGeom prst="rect">
            <a:avLst/>
          </a:prstGeom>
          <a:solidFill>
            <a:srgbClr val="DFE4E0"/>
          </a:solidFill>
          <a:ln w="0">
            <a:noFill/>
            <a:prstDash val="solid"/>
          </a:ln>
        </p:spPr>
      </p:sp>
      <p:sp>
        <p:nvSpPr>
          <p:cNvPr id="3" name="Retângulo 2">
            <a:extLst>
              <a:ext uri="{FF2B5EF4-FFF2-40B4-BE49-F238E27FC236}">
                <a16:creationId xmlns:a16="http://schemas.microsoft.com/office/drawing/2014/main" id="{0219350A-9296-4679-AE9F-BB1CC8B6FE3B}"/>
              </a:ext>
            </a:extLst>
          </p:cNvPr>
          <p:cNvSpPr>
            <a:spLocks noGrp="1"/>
          </p:cNvSpPr>
          <p:nvPr/>
        </p:nvSpPr>
        <p:spPr>
          <a:xfrm>
            <a:off x="11087100" y="6381750"/>
            <a:ext cx="4000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r">
              <a:defRPr sz="1050" b="0">
                <a:solidFill>
                  <a:srgbClr val="5E6A70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5E6A70"/>
                </a:solidFill>
                <a:latin typeface="Arial"/>
                <a:ea typeface="Arial"/>
                <a:cs typeface="Arial"/>
              </a:rPr>
              <a:t>09</a:t>
            </a:r>
          </a:p>
        </p:txBody>
      </p:sp>
      <p:graphicFrame>
        <p:nvGraphicFramePr>
          <p:cNvPr id="9" name="Tabela 8"/>
          <p:cNvGraphicFramePr/>
          <p:nvPr/>
        </p:nvGraphicFramePr>
        <p:xfrm>
          <a:off x="876300" y="1428750"/>
          <a:ext cx="10429875" cy="4276725"/>
        </p:xfrm>
        <a:graphic>
          <a:graphicData uri="http://schemas.openxmlformats.org/drawingml/2006/table">
            <a:tbl>
              <a:tblPr/>
              <a:tblGrid>
                <a:gridCol w="52863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5717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5717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610961">
                <a:tc>
                  <a:txBody>
                    <a:bodyPr/>
                    <a:lstStyle/>
                    <a:p>
                      <a:pPr algn="l"/>
                      <a:r>
                        <a:rPr sz="180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Métrica</a:t>
                      </a:r>
                    </a:p>
                  </a:txBody>
                  <a:tcPr anchor="ctr">
                    <a:solidFill>
                      <a:srgbClr val="17242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DFS</a:t>
                      </a:r>
                    </a:p>
                  </a:txBody>
                  <a:tcPr anchor="ctr">
                    <a:solidFill>
                      <a:srgbClr val="17242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BFS</a:t>
                      </a:r>
                    </a:p>
                  </a:txBody>
                  <a:tcPr anchor="ctr">
                    <a:solidFill>
                      <a:srgbClr val="17242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10961">
                <a:tc>
                  <a:txBody>
                    <a:bodyPr/>
                    <a:lstStyle/>
                    <a:p>
                      <a:pPr algn="l"/>
                      <a:r>
                        <a:rPr sz="1650" b="1">
                          <a:solidFill>
                            <a:srgbClr val="17242B"/>
                          </a:solidFill>
                          <a:latin typeface="Arial"/>
                          <a:ea typeface="Arial"/>
                          <a:cs typeface="Arial"/>
                        </a:rPr>
                        <a:t>Tempo médio (ms)</a:t>
                      </a:r>
                    </a:p>
                  </a:txBody>
                  <a:tcPr anchor="ctr">
                    <a:solidFill>
                      <a:srgbClr val="F6F4E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50" b="0">
                          <a:solidFill>
                            <a:srgbClr val="14796F"/>
                          </a:solidFill>
                          <a:latin typeface="Arial"/>
                          <a:ea typeface="Arial"/>
                          <a:cs typeface="Arial"/>
                        </a:rPr>
                        <a:t>0,0080055</a:t>
                      </a:r>
                    </a:p>
                  </a:txBody>
                  <a:tcPr anchor="ctr">
                    <a:solidFill>
                      <a:srgbClr val="F6F4E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50" b="0">
                          <a:solidFill>
                            <a:srgbClr val="17242B"/>
                          </a:solidFill>
                          <a:latin typeface="Arial"/>
                          <a:ea typeface="Arial"/>
                          <a:cs typeface="Arial"/>
                        </a:rPr>
                        <a:t>0,009720625</a:t>
                      </a:r>
                    </a:p>
                  </a:txBody>
                  <a:tcPr anchor="ctr">
                    <a:solidFill>
                      <a:srgbClr val="F6F4E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10961">
                <a:tc>
                  <a:txBody>
                    <a:bodyPr/>
                    <a:lstStyle/>
                    <a:p>
                      <a:pPr algn="l"/>
                      <a:r>
                        <a:rPr sz="1650" b="1">
                          <a:solidFill>
                            <a:srgbClr val="17242B"/>
                          </a:solidFill>
                          <a:latin typeface="Arial"/>
                          <a:ea typeface="Arial"/>
                          <a:cs typeface="Arial"/>
                        </a:rPr>
                        <a:t>Desvio padrão (ms)</a:t>
                      </a:r>
                    </a:p>
                  </a:txBody>
                  <a:tcPr anchor="ctr">
                    <a:solidFill>
                      <a:srgbClr val="ECEFE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50" b="0">
                          <a:solidFill>
                            <a:srgbClr val="14796F"/>
                          </a:solidFill>
                          <a:latin typeface="Arial"/>
                          <a:ea typeface="Arial"/>
                          <a:cs typeface="Arial"/>
                        </a:rPr>
                        <a:t>0,000281989</a:t>
                      </a:r>
                    </a:p>
                  </a:txBody>
                  <a:tcPr anchor="ctr">
                    <a:solidFill>
                      <a:srgbClr val="ECEFE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50" b="0">
                          <a:solidFill>
                            <a:srgbClr val="17242B"/>
                          </a:solidFill>
                          <a:latin typeface="Arial"/>
                          <a:ea typeface="Arial"/>
                          <a:cs typeface="Arial"/>
                        </a:rPr>
                        <a:t>0,000339590</a:t>
                      </a:r>
                    </a:p>
                  </a:txBody>
                  <a:tcPr anchor="ctr">
                    <a:solidFill>
                      <a:srgbClr val="ECEFE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10961">
                <a:tc>
                  <a:txBody>
                    <a:bodyPr/>
                    <a:lstStyle/>
                    <a:p>
                      <a:pPr algn="l"/>
                      <a:r>
                        <a:rPr sz="1650" b="1">
                          <a:solidFill>
                            <a:srgbClr val="17242B"/>
                          </a:solidFill>
                          <a:latin typeface="Arial"/>
                          <a:ea typeface="Arial"/>
                          <a:cs typeface="Arial"/>
                        </a:rPr>
                        <a:t>Memória média (KiB)</a:t>
                      </a:r>
                    </a:p>
                  </a:txBody>
                  <a:tcPr anchor="ctr">
                    <a:solidFill>
                      <a:srgbClr val="F6F4E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50" b="0">
                          <a:solidFill>
                            <a:srgbClr val="14796F"/>
                          </a:solidFill>
                          <a:latin typeface="Arial"/>
                          <a:ea typeface="Arial"/>
                          <a:cs typeface="Arial"/>
                        </a:rPr>
                        <a:t>1,086</a:t>
                      </a:r>
                    </a:p>
                  </a:txBody>
                  <a:tcPr anchor="ctr">
                    <a:solidFill>
                      <a:srgbClr val="F6F4E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50" b="0">
                          <a:solidFill>
                            <a:srgbClr val="17242B"/>
                          </a:solidFill>
                          <a:latin typeface="Arial"/>
                          <a:ea typeface="Arial"/>
                          <a:cs typeface="Arial"/>
                        </a:rPr>
                        <a:t>2,117</a:t>
                      </a:r>
                    </a:p>
                  </a:txBody>
                  <a:tcPr anchor="ctr">
                    <a:solidFill>
                      <a:srgbClr val="F6F4E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10961">
                <a:tc>
                  <a:txBody>
                    <a:bodyPr/>
                    <a:lstStyle/>
                    <a:p>
                      <a:pPr algn="l"/>
                      <a:r>
                        <a:rPr sz="1650" b="1">
                          <a:solidFill>
                            <a:srgbClr val="17242B"/>
                          </a:solidFill>
                          <a:latin typeface="Arial"/>
                          <a:ea typeface="Arial"/>
                          <a:cs typeface="Arial"/>
                        </a:rPr>
                        <a:t>Posições examinadas</a:t>
                      </a:r>
                    </a:p>
                  </a:txBody>
                  <a:tcPr anchor="ctr">
                    <a:solidFill>
                      <a:srgbClr val="ECEFE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50" b="0">
                          <a:solidFill>
                            <a:srgbClr val="14796F"/>
                          </a:solidFill>
                          <a:latin typeface="Arial"/>
                          <a:ea typeface="Arial"/>
                          <a:cs typeface="Arial"/>
                        </a:rPr>
                        <a:t>9</a:t>
                      </a:r>
                    </a:p>
                  </a:txBody>
                  <a:tcPr anchor="ctr">
                    <a:solidFill>
                      <a:srgbClr val="ECEFE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50" b="0">
                          <a:solidFill>
                            <a:srgbClr val="17242B"/>
                          </a:solidFill>
                          <a:latin typeface="Arial"/>
                          <a:ea typeface="Arial"/>
                          <a:cs typeface="Arial"/>
                        </a:rPr>
                        <a:t>11</a:t>
                      </a:r>
                    </a:p>
                  </a:txBody>
                  <a:tcPr anchor="ctr">
                    <a:solidFill>
                      <a:srgbClr val="ECEFE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610961">
                <a:tc>
                  <a:txBody>
                    <a:bodyPr/>
                    <a:lstStyle/>
                    <a:p>
                      <a:pPr algn="l"/>
                      <a:r>
                        <a:rPr sz="1650" b="1">
                          <a:solidFill>
                            <a:srgbClr val="17242B"/>
                          </a:solidFill>
                          <a:latin typeface="Arial"/>
                          <a:ea typeface="Arial"/>
                          <a:cs typeface="Arial"/>
                        </a:rPr>
                        <a:t>Movimentos</a:t>
                      </a:r>
                    </a:p>
                  </a:txBody>
                  <a:tcPr anchor="ctr">
                    <a:solidFill>
                      <a:srgbClr val="F6F4E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50" b="0">
                          <a:solidFill>
                            <a:srgbClr val="17242B"/>
                          </a:solidFill>
                          <a:latin typeface="Arial"/>
                          <a:ea typeface="Arial"/>
                          <a:cs typeface="Arial"/>
                        </a:rPr>
                        <a:t>8</a:t>
                      </a:r>
                    </a:p>
                  </a:txBody>
                  <a:tcPr anchor="ctr">
                    <a:solidFill>
                      <a:srgbClr val="F6F4E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50" b="0">
                          <a:solidFill>
                            <a:srgbClr val="17242B"/>
                          </a:solidFill>
                          <a:latin typeface="Arial"/>
                          <a:ea typeface="Arial"/>
                          <a:cs typeface="Arial"/>
                        </a:rPr>
                        <a:t>8</a:t>
                      </a:r>
                    </a:p>
                  </a:txBody>
                  <a:tcPr anchor="ctr">
                    <a:solidFill>
                      <a:srgbClr val="F6F4E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610961">
                <a:tc>
                  <a:txBody>
                    <a:bodyPr/>
                    <a:lstStyle/>
                    <a:p>
                      <a:pPr algn="l"/>
                      <a:r>
                        <a:rPr sz="1650" b="1">
                          <a:solidFill>
                            <a:srgbClr val="17242B"/>
                          </a:solidFill>
                          <a:latin typeface="Arial"/>
                          <a:ea typeface="Arial"/>
                          <a:cs typeface="Arial"/>
                        </a:rPr>
                        <a:t>Encontrou a saída?</a:t>
                      </a:r>
                    </a:p>
                  </a:txBody>
                  <a:tcPr anchor="ctr">
                    <a:solidFill>
                      <a:srgbClr val="ECEFE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50" b="0">
                          <a:solidFill>
                            <a:srgbClr val="17242B"/>
                          </a:solidFill>
                          <a:latin typeface="Arial"/>
                          <a:ea typeface="Arial"/>
                          <a:cs typeface="Arial"/>
                        </a:rPr>
                        <a:t>Sim</a:t>
                      </a:r>
                    </a:p>
                  </a:txBody>
                  <a:tcPr anchor="ctr">
                    <a:solidFill>
                      <a:srgbClr val="ECEFE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50" b="0">
                          <a:solidFill>
                            <a:srgbClr val="17242B"/>
                          </a:solidFill>
                          <a:latin typeface="Arial"/>
                          <a:ea typeface="Arial"/>
                          <a:cs typeface="Arial"/>
                        </a:rPr>
                        <a:t>Sim</a:t>
                      </a:r>
                    </a:p>
                  </a:txBody>
                  <a:tcPr anchor="ctr">
                    <a:solidFill>
                      <a:srgbClr val="ECEFE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5" name="Retângulo 4">
            <a:extLst>
              <a:ext uri="{FF2B5EF4-FFF2-40B4-BE49-F238E27FC236}">
                <a16:creationId xmlns:a16="http://schemas.microsoft.com/office/drawing/2014/main" id="{C211C20D-63C3-47E6-8125-9F9D0B27C729}"/>
              </a:ext>
            </a:extLst>
          </p:cNvPr>
          <p:cNvSpPr>
            <a:spLocks noGrp="1"/>
          </p:cNvSpPr>
          <p:nvPr/>
        </p:nvSpPr>
        <p:spPr>
          <a:xfrm>
            <a:off x="876300" y="5810250"/>
            <a:ext cx="95250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defRPr sz="1500" b="1">
                <a:solidFill>
                  <a:srgbClr val="14796F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14796F"/>
                </a:solidFill>
                <a:latin typeface="Arial"/>
                <a:ea typeface="Arial"/>
                <a:cs typeface="Arial"/>
              </a:rPr>
              <a:t>Melhor valor observado em tempo, memória e posições: DFS</a:t>
            </a:r>
          </a:p>
        </p:txBody>
      </p:sp>
    </p:spTree>
    <p:extLst>
      <p:ext uri="{BB962C8B-B14F-4D97-AF65-F5344CB8AC3E}">
        <p14:creationId xmlns:p14="http://schemas.microsoft.com/office/powerpoint/2010/main" val="149833507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4E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tângulo 10">
            <a:extLst>
              <a:ext uri="{FF2B5EF4-FFF2-40B4-BE49-F238E27FC236}">
                <a16:creationId xmlns:a16="http://schemas.microsoft.com/office/drawing/2014/main" id="{6AF8882B-8FBB-4FC1-BC3D-57871CDCBC44}"/>
              </a:ext>
            </a:extLst>
          </p:cNvPr>
          <p:cNvSpPr>
            <a:spLocks noGrp="1"/>
          </p:cNvSpPr>
          <p:nvPr/>
        </p:nvSpPr>
        <p:spPr>
          <a:xfrm>
            <a:off x="704850" y="400050"/>
            <a:ext cx="10668000" cy="590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defRPr sz="2700" b="1">
                <a:solidFill>
                  <a:srgbClr val="17242B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17242B"/>
                </a:solidFill>
                <a:latin typeface="Arial"/>
                <a:ea typeface="Arial"/>
                <a:cs typeface="Arial"/>
              </a:rPr>
              <a:t>Resultados em escala própria</a:t>
            </a:r>
          </a:p>
        </p:txBody>
      </p:sp>
      <p:sp>
        <p:nvSpPr>
          <p:cNvPr id="2" name="Retângulo 1">
            <a:extLst>
              <a:ext uri="{FF2B5EF4-FFF2-40B4-BE49-F238E27FC236}">
                <a16:creationId xmlns:a16="http://schemas.microsoft.com/office/drawing/2014/main" id="{50770AFA-F8E4-4C07-811C-F1E7E4CC5DF5}"/>
              </a:ext>
            </a:extLst>
          </p:cNvPr>
          <p:cNvSpPr>
            <a:spLocks noGrp="1"/>
          </p:cNvSpPr>
          <p:nvPr/>
        </p:nvSpPr>
        <p:spPr>
          <a:xfrm>
            <a:off x="704850" y="6286500"/>
            <a:ext cx="10782300" cy="9525"/>
          </a:xfrm>
          <a:prstGeom prst="rect">
            <a:avLst/>
          </a:prstGeom>
          <a:solidFill>
            <a:srgbClr val="DFE4E0"/>
          </a:solidFill>
          <a:ln w="0">
            <a:noFill/>
            <a:prstDash val="solid"/>
          </a:ln>
        </p:spPr>
      </p:sp>
      <p:sp>
        <p:nvSpPr>
          <p:cNvPr id="3" name="Retângulo 2">
            <a:extLst>
              <a:ext uri="{FF2B5EF4-FFF2-40B4-BE49-F238E27FC236}">
                <a16:creationId xmlns:a16="http://schemas.microsoft.com/office/drawing/2014/main" id="{D90B3FC0-6B18-482F-90A1-10A031676A82}"/>
              </a:ext>
            </a:extLst>
          </p:cNvPr>
          <p:cNvSpPr>
            <a:spLocks noGrp="1"/>
          </p:cNvSpPr>
          <p:nvPr/>
        </p:nvSpPr>
        <p:spPr>
          <a:xfrm>
            <a:off x="11087100" y="6381750"/>
            <a:ext cx="4000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r">
              <a:defRPr sz="1050" b="0">
                <a:solidFill>
                  <a:srgbClr val="5E6A70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5E6A70"/>
                </a:solidFill>
                <a:latin typeface="Arial"/>
                <a:ea typeface="Arial"/>
                <a:cs typeface="Arial"/>
              </a:rPr>
              <a:t>10</a:t>
            </a:r>
          </a:p>
        </p:txBody>
      </p:sp>
      <p:sp>
        <p:nvSpPr>
          <p:cNvPr id="4" name="Retângulo 3">
            <a:extLst>
              <a:ext uri="{FF2B5EF4-FFF2-40B4-BE49-F238E27FC236}">
                <a16:creationId xmlns:a16="http://schemas.microsoft.com/office/drawing/2014/main" id="{B7E24763-2023-4A86-9810-F4A4CADF51C0}"/>
              </a:ext>
            </a:extLst>
          </p:cNvPr>
          <p:cNvSpPr>
            <a:spLocks noGrp="1"/>
          </p:cNvSpPr>
          <p:nvPr/>
        </p:nvSpPr>
        <p:spPr>
          <a:xfrm>
            <a:off x="800100" y="1419225"/>
            <a:ext cx="2952750" cy="3714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defRPr sz="1875" b="1">
                <a:solidFill>
                  <a:srgbClr val="17242B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7242B"/>
                </a:solidFill>
                <a:latin typeface="Arial"/>
                <a:ea typeface="Arial"/>
                <a:cs typeface="Arial"/>
              </a:rPr>
              <a:t>Tempo médio (ms)</a:t>
            </a:r>
          </a:p>
        </p:txBody>
      </p:sp>
      <p:graphicFrame>
        <p:nvGraphicFramePr>
          <p:cNvPr id="15" name="Chart"/>
          <p:cNvGraphicFramePr/>
          <p:nvPr/>
        </p:nvGraphicFramePr>
        <p:xfrm>
          <a:off x="3810000" y="1390650"/>
          <a:ext cx="7429500" cy="128587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6" name="Retângulo 5">
            <a:extLst>
              <a:ext uri="{FF2B5EF4-FFF2-40B4-BE49-F238E27FC236}">
                <a16:creationId xmlns:a16="http://schemas.microsoft.com/office/drawing/2014/main" id="{9ACC13CA-58FE-4A01-AB97-5AF136C2B8C0}"/>
              </a:ext>
            </a:extLst>
          </p:cNvPr>
          <p:cNvSpPr>
            <a:spLocks noGrp="1"/>
          </p:cNvSpPr>
          <p:nvPr/>
        </p:nvSpPr>
        <p:spPr>
          <a:xfrm>
            <a:off x="800100" y="2990850"/>
            <a:ext cx="2952750" cy="3714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defRPr sz="1875" b="1">
                <a:solidFill>
                  <a:srgbClr val="17242B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7242B"/>
                </a:solidFill>
                <a:latin typeface="Arial"/>
                <a:ea typeface="Arial"/>
                <a:cs typeface="Arial"/>
              </a:rPr>
              <a:t>Memória média (KiB)</a:t>
            </a:r>
          </a:p>
        </p:txBody>
      </p:sp>
      <p:graphicFrame>
        <p:nvGraphicFramePr>
          <p:cNvPr id="17" name="Chart"/>
          <p:cNvGraphicFramePr/>
          <p:nvPr/>
        </p:nvGraphicFramePr>
        <p:xfrm>
          <a:off x="3810000" y="2962275"/>
          <a:ext cx="7429500" cy="128587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8" name="Retângulo 7">
            <a:extLst>
              <a:ext uri="{FF2B5EF4-FFF2-40B4-BE49-F238E27FC236}">
                <a16:creationId xmlns:a16="http://schemas.microsoft.com/office/drawing/2014/main" id="{F32EA045-A80D-4F9E-ADD5-31D77C6E52CA}"/>
              </a:ext>
            </a:extLst>
          </p:cNvPr>
          <p:cNvSpPr>
            <a:spLocks noGrp="1"/>
          </p:cNvSpPr>
          <p:nvPr/>
        </p:nvSpPr>
        <p:spPr>
          <a:xfrm>
            <a:off x="800100" y="4562475"/>
            <a:ext cx="2952750" cy="3714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defRPr sz="1875" b="1">
                <a:solidFill>
                  <a:srgbClr val="17242B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7242B"/>
                </a:solidFill>
                <a:latin typeface="Arial"/>
                <a:ea typeface="Arial"/>
                <a:cs typeface="Arial"/>
              </a:rPr>
              <a:t>Posições examinadas</a:t>
            </a:r>
          </a:p>
        </p:txBody>
      </p:sp>
      <p:graphicFrame>
        <p:nvGraphicFramePr>
          <p:cNvPr id="19" name="Chart"/>
          <p:cNvGraphicFramePr/>
          <p:nvPr/>
        </p:nvGraphicFramePr>
        <p:xfrm>
          <a:off x="3810000" y="4533900"/>
          <a:ext cx="7429500" cy="128587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5"/>
          </a:graphicData>
        </a:graphic>
      </p:graphicFrame>
      <p:sp>
        <p:nvSpPr>
          <p:cNvPr id="10" name="Retângulo 9">
            <a:extLst>
              <a:ext uri="{FF2B5EF4-FFF2-40B4-BE49-F238E27FC236}">
                <a16:creationId xmlns:a16="http://schemas.microsoft.com/office/drawing/2014/main" id="{C76DF91E-D74F-4682-9E08-0B438A3DFA8A}"/>
              </a:ext>
            </a:extLst>
          </p:cNvPr>
          <p:cNvSpPr>
            <a:spLocks noGrp="1"/>
          </p:cNvSpPr>
          <p:nvPr/>
        </p:nvSpPr>
        <p:spPr>
          <a:xfrm>
            <a:off x="800100" y="6067425"/>
            <a:ext cx="62865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defRPr sz="1500" b="0">
                <a:solidFill>
                  <a:srgbClr val="5E6A70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5E6A70"/>
                </a:solidFill>
                <a:latin typeface="Arial"/>
                <a:ea typeface="Arial"/>
                <a:cs typeface="Arial"/>
              </a:rPr>
              <a:t>Movimentos: 8 em ambos os caminhos</a:t>
            </a:r>
          </a:p>
        </p:txBody>
      </p:sp>
    </p:spTree>
    <p:extLst>
      <p:ext uri="{BB962C8B-B14F-4D97-AF65-F5344CB8AC3E}">
        <p14:creationId xmlns:p14="http://schemas.microsoft.com/office/powerpoint/2010/main" val="199834646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4E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Retângulo 22">
            <a:extLst>
              <a:ext uri="{FF2B5EF4-FFF2-40B4-BE49-F238E27FC236}">
                <a16:creationId xmlns:a16="http://schemas.microsoft.com/office/drawing/2014/main" id="{67682AE8-A031-4F34-90C8-3BC2BC85B295}"/>
              </a:ext>
            </a:extLst>
          </p:cNvPr>
          <p:cNvSpPr>
            <a:spLocks noGrp="1"/>
          </p:cNvSpPr>
          <p:nvPr/>
        </p:nvSpPr>
        <p:spPr>
          <a:xfrm>
            <a:off x="704850" y="400050"/>
            <a:ext cx="10668000" cy="590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defRPr sz="2700" b="1">
                <a:solidFill>
                  <a:srgbClr val="17242B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17242B"/>
                </a:solidFill>
                <a:latin typeface="Arial"/>
                <a:ea typeface="Arial"/>
                <a:cs typeface="Arial"/>
              </a:rPr>
              <a:t>Vantagens e limites</a:t>
            </a:r>
          </a:p>
        </p:txBody>
      </p:sp>
      <p:sp>
        <p:nvSpPr>
          <p:cNvPr id="2" name="Retângulo 1">
            <a:extLst>
              <a:ext uri="{FF2B5EF4-FFF2-40B4-BE49-F238E27FC236}">
                <a16:creationId xmlns:a16="http://schemas.microsoft.com/office/drawing/2014/main" id="{EFD3FD7D-31A9-4669-BF33-F5A96035175C}"/>
              </a:ext>
            </a:extLst>
          </p:cNvPr>
          <p:cNvSpPr>
            <a:spLocks noGrp="1"/>
          </p:cNvSpPr>
          <p:nvPr/>
        </p:nvSpPr>
        <p:spPr>
          <a:xfrm>
            <a:off x="704850" y="6286500"/>
            <a:ext cx="10782300" cy="9525"/>
          </a:xfrm>
          <a:prstGeom prst="rect">
            <a:avLst/>
          </a:prstGeom>
          <a:solidFill>
            <a:srgbClr val="DFE4E0"/>
          </a:solidFill>
          <a:ln w="0">
            <a:noFill/>
            <a:prstDash val="solid"/>
          </a:ln>
        </p:spPr>
      </p:sp>
      <p:sp>
        <p:nvSpPr>
          <p:cNvPr id="3" name="Retângulo 2">
            <a:extLst>
              <a:ext uri="{FF2B5EF4-FFF2-40B4-BE49-F238E27FC236}">
                <a16:creationId xmlns:a16="http://schemas.microsoft.com/office/drawing/2014/main" id="{4F498BFC-6372-4EC9-B2FC-37A5605C334E}"/>
              </a:ext>
            </a:extLst>
          </p:cNvPr>
          <p:cNvSpPr>
            <a:spLocks noGrp="1"/>
          </p:cNvSpPr>
          <p:nvPr/>
        </p:nvSpPr>
        <p:spPr>
          <a:xfrm>
            <a:off x="11087100" y="6381750"/>
            <a:ext cx="4000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r">
              <a:defRPr sz="1050" b="0">
                <a:solidFill>
                  <a:srgbClr val="5E6A70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5E6A70"/>
                </a:solidFill>
                <a:latin typeface="Arial"/>
                <a:ea typeface="Arial"/>
                <a:cs typeface="Arial"/>
              </a:rPr>
              <a:t>11</a:t>
            </a:r>
          </a:p>
        </p:txBody>
      </p:sp>
      <p:sp>
        <p:nvSpPr>
          <p:cNvPr id="4" name="Retângulo 3">
            <a:extLst>
              <a:ext uri="{FF2B5EF4-FFF2-40B4-BE49-F238E27FC236}">
                <a16:creationId xmlns:a16="http://schemas.microsoft.com/office/drawing/2014/main" id="{054B2C84-F813-4880-8850-25E1A9183907}"/>
              </a:ext>
            </a:extLst>
          </p:cNvPr>
          <p:cNvSpPr>
            <a:spLocks noGrp="1"/>
          </p:cNvSpPr>
          <p:nvPr/>
        </p:nvSpPr>
        <p:spPr>
          <a:xfrm>
            <a:off x="723900" y="1295400"/>
            <a:ext cx="495300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defRPr sz="1575" b="1">
                <a:solidFill>
                  <a:srgbClr val="14796F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14796F"/>
                </a:solidFill>
                <a:latin typeface="Arial"/>
                <a:ea typeface="Arial"/>
                <a:cs typeface="Arial"/>
              </a:rPr>
              <a:t>DFS</a:t>
            </a:r>
          </a:p>
        </p:txBody>
      </p:sp>
      <p:sp>
        <p:nvSpPr>
          <p:cNvPr id="5" name="Retângulo 4">
            <a:extLst>
              <a:ext uri="{FF2B5EF4-FFF2-40B4-BE49-F238E27FC236}">
                <a16:creationId xmlns:a16="http://schemas.microsoft.com/office/drawing/2014/main" id="{BAF4DBCC-5234-491D-BD69-2A0C4E69F3F9}"/>
              </a:ext>
            </a:extLst>
          </p:cNvPr>
          <p:cNvSpPr>
            <a:spLocks noGrp="1"/>
          </p:cNvSpPr>
          <p:nvPr/>
        </p:nvSpPr>
        <p:spPr>
          <a:xfrm>
            <a:off x="723900" y="1666875"/>
            <a:ext cx="4953000" cy="28575"/>
          </a:xfrm>
          <a:prstGeom prst="rect">
            <a:avLst/>
          </a:prstGeom>
          <a:solidFill>
            <a:srgbClr val="14796F"/>
          </a:solidFill>
          <a:ln w="0">
            <a:noFill/>
            <a:prstDash val="solid"/>
          </a:ln>
        </p:spPr>
      </p:sp>
      <p:sp>
        <p:nvSpPr>
          <p:cNvPr id="6" name="Retângulo 5">
            <a:extLst>
              <a:ext uri="{FF2B5EF4-FFF2-40B4-BE49-F238E27FC236}">
                <a16:creationId xmlns:a16="http://schemas.microsoft.com/office/drawing/2014/main" id="{A84A3A1C-93EC-4EAF-9825-B68F6C17262F}"/>
              </a:ext>
            </a:extLst>
          </p:cNvPr>
          <p:cNvSpPr>
            <a:spLocks noGrp="1"/>
          </p:cNvSpPr>
          <p:nvPr/>
        </p:nvSpPr>
        <p:spPr>
          <a:xfrm>
            <a:off x="6496050" y="1295400"/>
            <a:ext cx="495300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defRPr sz="1575" b="1">
                <a:solidFill>
                  <a:srgbClr val="C97343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C97343"/>
                </a:solidFill>
                <a:latin typeface="Arial"/>
                <a:ea typeface="Arial"/>
                <a:cs typeface="Arial"/>
              </a:rPr>
              <a:t>BFS</a:t>
            </a:r>
          </a:p>
        </p:txBody>
      </p:sp>
      <p:sp>
        <p:nvSpPr>
          <p:cNvPr id="7" name="Retângulo 6">
            <a:extLst>
              <a:ext uri="{FF2B5EF4-FFF2-40B4-BE49-F238E27FC236}">
                <a16:creationId xmlns:a16="http://schemas.microsoft.com/office/drawing/2014/main" id="{3F246B8E-6ADD-4D38-89C5-E10B308192BB}"/>
              </a:ext>
            </a:extLst>
          </p:cNvPr>
          <p:cNvSpPr>
            <a:spLocks noGrp="1"/>
          </p:cNvSpPr>
          <p:nvPr/>
        </p:nvSpPr>
        <p:spPr>
          <a:xfrm>
            <a:off x="6496050" y="1666875"/>
            <a:ext cx="4953000" cy="28575"/>
          </a:xfrm>
          <a:prstGeom prst="rect">
            <a:avLst/>
          </a:prstGeom>
          <a:solidFill>
            <a:srgbClr val="C97343"/>
          </a:solidFill>
          <a:ln w="0">
            <a:noFill/>
            <a:prstDash val="solid"/>
          </a:ln>
        </p:spPr>
      </p:sp>
      <p:sp>
        <p:nvSpPr>
          <p:cNvPr id="8" name="Retângulo 7">
            <a:extLst>
              <a:ext uri="{FF2B5EF4-FFF2-40B4-BE49-F238E27FC236}">
                <a16:creationId xmlns:a16="http://schemas.microsoft.com/office/drawing/2014/main" id="{1409C1E2-2C0F-4492-ACFA-11F78BD665C7}"/>
              </a:ext>
            </a:extLst>
          </p:cNvPr>
          <p:cNvSpPr>
            <a:spLocks noGrp="1"/>
          </p:cNvSpPr>
          <p:nvPr/>
        </p:nvSpPr>
        <p:spPr>
          <a:xfrm>
            <a:off x="723900" y="2038350"/>
            <a:ext cx="47625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defRPr sz="1875" b="1">
                <a:solidFill>
                  <a:srgbClr val="14796F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4796F"/>
                </a:solidFill>
                <a:latin typeface="Arial"/>
                <a:ea typeface="Arial"/>
                <a:cs typeface="Arial"/>
              </a:rPr>
              <a:t>Vantagens</a:t>
            </a:r>
          </a:p>
        </p:txBody>
      </p:sp>
      <p:sp>
        <p:nvSpPr>
          <p:cNvPr id="9" name="Retângulo 8">
            <a:extLst>
              <a:ext uri="{FF2B5EF4-FFF2-40B4-BE49-F238E27FC236}">
                <a16:creationId xmlns:a16="http://schemas.microsoft.com/office/drawing/2014/main" id="{6DC13F1F-E802-4778-A64F-7E2AC4B1E773}"/>
              </a:ext>
            </a:extLst>
          </p:cNvPr>
          <p:cNvSpPr>
            <a:spLocks noGrp="1"/>
          </p:cNvSpPr>
          <p:nvPr/>
        </p:nvSpPr>
        <p:spPr>
          <a:xfrm>
            <a:off x="723900" y="2457450"/>
            <a:ext cx="4857750" cy="3714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defRPr sz="1650" b="0">
                <a:solidFill>
                  <a:srgbClr val="17242B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7242B"/>
                </a:solidFill>
                <a:latin typeface="Arial"/>
                <a:ea typeface="Arial"/>
                <a:cs typeface="Arial"/>
              </a:rPr>
              <a:t>Estrutura simples</a:t>
            </a:r>
          </a:p>
        </p:txBody>
      </p:sp>
      <p:sp>
        <p:nvSpPr>
          <p:cNvPr id="10" name="Retângulo 9">
            <a:extLst>
              <a:ext uri="{FF2B5EF4-FFF2-40B4-BE49-F238E27FC236}">
                <a16:creationId xmlns:a16="http://schemas.microsoft.com/office/drawing/2014/main" id="{D9914E29-D48C-47C5-8EE9-B6F5657C337A}"/>
              </a:ext>
            </a:extLst>
          </p:cNvPr>
          <p:cNvSpPr>
            <a:spLocks noGrp="1"/>
          </p:cNvSpPr>
          <p:nvPr/>
        </p:nvSpPr>
        <p:spPr>
          <a:xfrm>
            <a:off x="723900" y="2867025"/>
            <a:ext cx="4857750" cy="3714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defRPr sz="1650" b="0">
                <a:solidFill>
                  <a:srgbClr val="17242B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7242B"/>
                </a:solidFill>
                <a:latin typeface="Arial"/>
                <a:ea typeface="Arial"/>
                <a:cs typeface="Arial"/>
              </a:rPr>
              <a:t>Pode usar menos memória</a:t>
            </a:r>
          </a:p>
        </p:txBody>
      </p:sp>
      <p:sp>
        <p:nvSpPr>
          <p:cNvPr id="11" name="Retângulo 10">
            <a:extLst>
              <a:ext uri="{FF2B5EF4-FFF2-40B4-BE49-F238E27FC236}">
                <a16:creationId xmlns:a16="http://schemas.microsoft.com/office/drawing/2014/main" id="{4866420E-C875-47CB-9A69-0C7559E12E0B}"/>
              </a:ext>
            </a:extLst>
          </p:cNvPr>
          <p:cNvSpPr>
            <a:spLocks noGrp="1"/>
          </p:cNvSpPr>
          <p:nvPr/>
        </p:nvSpPr>
        <p:spPr>
          <a:xfrm>
            <a:off x="723900" y="3276600"/>
            <a:ext cx="4857750" cy="3714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defRPr sz="1650" b="0">
                <a:solidFill>
                  <a:srgbClr val="17242B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7242B"/>
                </a:solidFill>
                <a:latin typeface="Arial"/>
                <a:ea typeface="Arial"/>
                <a:cs typeface="Arial"/>
              </a:rPr>
              <a:t>Às vezes acha uma solução cedo</a:t>
            </a:r>
          </a:p>
        </p:txBody>
      </p:sp>
      <p:sp>
        <p:nvSpPr>
          <p:cNvPr id="12" name="Retângulo 11">
            <a:extLst>
              <a:ext uri="{FF2B5EF4-FFF2-40B4-BE49-F238E27FC236}">
                <a16:creationId xmlns:a16="http://schemas.microsoft.com/office/drawing/2014/main" id="{01C91741-EEF9-4080-A1F5-01134A10957A}"/>
              </a:ext>
            </a:extLst>
          </p:cNvPr>
          <p:cNvSpPr>
            <a:spLocks noGrp="1"/>
          </p:cNvSpPr>
          <p:nvPr/>
        </p:nvSpPr>
        <p:spPr>
          <a:xfrm>
            <a:off x="723900" y="3952875"/>
            <a:ext cx="47625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defRPr sz="1875" b="1">
                <a:solidFill>
                  <a:srgbClr val="14796F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4796F"/>
                </a:solidFill>
                <a:latin typeface="Arial"/>
                <a:ea typeface="Arial"/>
                <a:cs typeface="Arial"/>
              </a:rPr>
              <a:t>Limites</a:t>
            </a:r>
          </a:p>
        </p:txBody>
      </p:sp>
      <p:sp>
        <p:nvSpPr>
          <p:cNvPr id="13" name="Retângulo 12">
            <a:extLst>
              <a:ext uri="{FF2B5EF4-FFF2-40B4-BE49-F238E27FC236}">
                <a16:creationId xmlns:a16="http://schemas.microsoft.com/office/drawing/2014/main" id="{54B93917-6E8B-4211-B35C-480A5C1450E0}"/>
              </a:ext>
            </a:extLst>
          </p:cNvPr>
          <p:cNvSpPr>
            <a:spLocks noGrp="1"/>
          </p:cNvSpPr>
          <p:nvPr/>
        </p:nvSpPr>
        <p:spPr>
          <a:xfrm>
            <a:off x="723900" y="4371975"/>
            <a:ext cx="4857750" cy="3714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defRPr sz="1650" b="0">
                <a:solidFill>
                  <a:srgbClr val="17242B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7242B"/>
                </a:solidFill>
                <a:latin typeface="Arial"/>
                <a:ea typeface="Arial"/>
                <a:cs typeface="Arial"/>
              </a:rPr>
              <a:t>Não garante o menor caminho</a:t>
            </a:r>
          </a:p>
        </p:txBody>
      </p:sp>
      <p:sp>
        <p:nvSpPr>
          <p:cNvPr id="14" name="Retângulo 13">
            <a:extLst>
              <a:ext uri="{FF2B5EF4-FFF2-40B4-BE49-F238E27FC236}">
                <a16:creationId xmlns:a16="http://schemas.microsoft.com/office/drawing/2014/main" id="{D7AB5BF3-232B-40B6-BB4C-3B4040575957}"/>
              </a:ext>
            </a:extLst>
          </p:cNvPr>
          <p:cNvSpPr>
            <a:spLocks noGrp="1"/>
          </p:cNvSpPr>
          <p:nvPr/>
        </p:nvSpPr>
        <p:spPr>
          <a:xfrm>
            <a:off x="723900" y="4781550"/>
            <a:ext cx="4857750" cy="3714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defRPr sz="1650" b="0">
                <a:solidFill>
                  <a:srgbClr val="17242B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7242B"/>
                </a:solidFill>
                <a:latin typeface="Arial"/>
                <a:ea typeface="Arial"/>
                <a:cs typeface="Arial"/>
              </a:rPr>
              <a:t>Depende da ordem de exploração</a:t>
            </a:r>
          </a:p>
        </p:txBody>
      </p:sp>
      <p:sp>
        <p:nvSpPr>
          <p:cNvPr id="15" name="Retângulo 14">
            <a:extLst>
              <a:ext uri="{FF2B5EF4-FFF2-40B4-BE49-F238E27FC236}">
                <a16:creationId xmlns:a16="http://schemas.microsoft.com/office/drawing/2014/main" id="{35446F8B-BB11-4E7A-B0A3-A7F6C0A9C3B7}"/>
              </a:ext>
            </a:extLst>
          </p:cNvPr>
          <p:cNvSpPr>
            <a:spLocks noGrp="1"/>
          </p:cNvSpPr>
          <p:nvPr/>
        </p:nvSpPr>
        <p:spPr>
          <a:xfrm>
            <a:off x="6496050" y="2038350"/>
            <a:ext cx="47625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defRPr sz="1875" b="1">
                <a:solidFill>
                  <a:srgbClr val="C97343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C97343"/>
                </a:solidFill>
                <a:latin typeface="Arial"/>
                <a:ea typeface="Arial"/>
                <a:cs typeface="Arial"/>
              </a:rPr>
              <a:t>Vantagens</a:t>
            </a:r>
          </a:p>
        </p:txBody>
      </p:sp>
      <p:sp>
        <p:nvSpPr>
          <p:cNvPr id="16" name="Retângulo 15">
            <a:extLst>
              <a:ext uri="{FF2B5EF4-FFF2-40B4-BE49-F238E27FC236}">
                <a16:creationId xmlns:a16="http://schemas.microsoft.com/office/drawing/2014/main" id="{1CDBF209-2BC3-4CEF-9983-108399948448}"/>
              </a:ext>
            </a:extLst>
          </p:cNvPr>
          <p:cNvSpPr>
            <a:spLocks noGrp="1"/>
          </p:cNvSpPr>
          <p:nvPr/>
        </p:nvSpPr>
        <p:spPr>
          <a:xfrm>
            <a:off x="6496050" y="2457450"/>
            <a:ext cx="4857750" cy="3714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defRPr sz="1650" b="0">
                <a:solidFill>
                  <a:srgbClr val="17242B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7242B"/>
                </a:solidFill>
                <a:latin typeface="Arial"/>
                <a:ea typeface="Arial"/>
                <a:cs typeface="Arial"/>
              </a:rPr>
              <a:t>Explora por níveis</a:t>
            </a:r>
          </a:p>
        </p:txBody>
      </p:sp>
      <p:sp>
        <p:nvSpPr>
          <p:cNvPr id="17" name="Retângulo 16">
            <a:extLst>
              <a:ext uri="{FF2B5EF4-FFF2-40B4-BE49-F238E27FC236}">
                <a16:creationId xmlns:a16="http://schemas.microsoft.com/office/drawing/2014/main" id="{028D6CA5-31A5-4223-AE3C-44512B3AA930}"/>
              </a:ext>
            </a:extLst>
          </p:cNvPr>
          <p:cNvSpPr>
            <a:spLocks noGrp="1"/>
          </p:cNvSpPr>
          <p:nvPr/>
        </p:nvSpPr>
        <p:spPr>
          <a:xfrm>
            <a:off x="6496050" y="2867025"/>
            <a:ext cx="4857750" cy="3714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defRPr sz="1650" b="0">
                <a:solidFill>
                  <a:srgbClr val="17242B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7242B"/>
                </a:solidFill>
                <a:latin typeface="Arial"/>
                <a:ea typeface="Arial"/>
                <a:cs typeface="Arial"/>
              </a:rPr>
              <a:t>Menor caminho com custos iguais</a:t>
            </a:r>
          </a:p>
        </p:txBody>
      </p:sp>
      <p:sp>
        <p:nvSpPr>
          <p:cNvPr id="18" name="Retângulo 17">
            <a:extLst>
              <a:ext uri="{FF2B5EF4-FFF2-40B4-BE49-F238E27FC236}">
                <a16:creationId xmlns:a16="http://schemas.microsoft.com/office/drawing/2014/main" id="{3031342E-4B1F-4080-B02C-8476F2613A56}"/>
              </a:ext>
            </a:extLst>
          </p:cNvPr>
          <p:cNvSpPr>
            <a:spLocks noGrp="1"/>
          </p:cNvSpPr>
          <p:nvPr/>
        </p:nvSpPr>
        <p:spPr>
          <a:xfrm>
            <a:off x="6496050" y="3952875"/>
            <a:ext cx="47625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defRPr sz="1875" b="1">
                <a:solidFill>
                  <a:srgbClr val="C97343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C97343"/>
                </a:solidFill>
                <a:latin typeface="Arial"/>
                <a:ea typeface="Arial"/>
                <a:cs typeface="Arial"/>
              </a:rPr>
              <a:t>Limites</a:t>
            </a:r>
          </a:p>
        </p:txBody>
      </p:sp>
      <p:sp>
        <p:nvSpPr>
          <p:cNvPr id="19" name="Retângulo 18">
            <a:extLst>
              <a:ext uri="{FF2B5EF4-FFF2-40B4-BE49-F238E27FC236}">
                <a16:creationId xmlns:a16="http://schemas.microsoft.com/office/drawing/2014/main" id="{BAC90084-27E6-4F41-A60A-F08A79D6E323}"/>
              </a:ext>
            </a:extLst>
          </p:cNvPr>
          <p:cNvSpPr>
            <a:spLocks noGrp="1"/>
          </p:cNvSpPr>
          <p:nvPr/>
        </p:nvSpPr>
        <p:spPr>
          <a:xfrm>
            <a:off x="6496050" y="4371975"/>
            <a:ext cx="4857750" cy="3714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defRPr sz="1650" b="0">
                <a:solidFill>
                  <a:srgbClr val="17242B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7242B"/>
                </a:solidFill>
                <a:latin typeface="Arial"/>
                <a:ea typeface="Arial"/>
                <a:cs typeface="Arial"/>
              </a:rPr>
              <a:t>Guarda mais estados na fronteira</a:t>
            </a:r>
          </a:p>
        </p:txBody>
      </p:sp>
      <p:sp>
        <p:nvSpPr>
          <p:cNvPr id="20" name="Retângulo 19">
            <a:extLst>
              <a:ext uri="{FF2B5EF4-FFF2-40B4-BE49-F238E27FC236}">
                <a16:creationId xmlns:a16="http://schemas.microsoft.com/office/drawing/2014/main" id="{49467D9F-8A7D-4F11-A444-46EF6151A0A2}"/>
              </a:ext>
            </a:extLst>
          </p:cNvPr>
          <p:cNvSpPr>
            <a:spLocks noGrp="1"/>
          </p:cNvSpPr>
          <p:nvPr/>
        </p:nvSpPr>
        <p:spPr>
          <a:xfrm>
            <a:off x="6496050" y="4781550"/>
            <a:ext cx="4857750" cy="3714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defRPr sz="1650" b="0">
                <a:solidFill>
                  <a:srgbClr val="17242B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7242B"/>
                </a:solidFill>
                <a:latin typeface="Arial"/>
                <a:ea typeface="Arial"/>
                <a:cs typeface="Arial"/>
              </a:rPr>
              <a:t>Pode consumir mais memória</a:t>
            </a:r>
          </a:p>
        </p:txBody>
      </p:sp>
      <p:sp>
        <p:nvSpPr>
          <p:cNvPr id="21" name="Retângulo 20">
            <a:extLst>
              <a:ext uri="{FF2B5EF4-FFF2-40B4-BE49-F238E27FC236}">
                <a16:creationId xmlns:a16="http://schemas.microsoft.com/office/drawing/2014/main" id="{E9825F70-E28A-4317-B8CD-0A0F62F9E5B5}"/>
              </a:ext>
            </a:extLst>
          </p:cNvPr>
          <p:cNvSpPr>
            <a:spLocks noGrp="1"/>
          </p:cNvSpPr>
          <p:nvPr/>
        </p:nvSpPr>
        <p:spPr>
          <a:xfrm>
            <a:off x="723900" y="5629275"/>
            <a:ext cx="4857750" cy="3524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defRPr sz="1575" b="1">
                <a:solidFill>
                  <a:srgbClr val="14796F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14796F"/>
                </a:solidFill>
                <a:latin typeface="Arial"/>
                <a:ea typeface="Arial"/>
                <a:cs typeface="Arial"/>
              </a:rPr>
              <a:t>Uso típico: encontrar uma solução</a:t>
            </a:r>
          </a:p>
        </p:txBody>
      </p:sp>
      <p:sp>
        <p:nvSpPr>
          <p:cNvPr id="22" name="Retângulo 21">
            <a:extLst>
              <a:ext uri="{FF2B5EF4-FFF2-40B4-BE49-F238E27FC236}">
                <a16:creationId xmlns:a16="http://schemas.microsoft.com/office/drawing/2014/main" id="{A6D768D4-E679-487D-80F4-8CC2A2E27689}"/>
              </a:ext>
            </a:extLst>
          </p:cNvPr>
          <p:cNvSpPr>
            <a:spLocks noGrp="1"/>
          </p:cNvSpPr>
          <p:nvPr/>
        </p:nvSpPr>
        <p:spPr>
          <a:xfrm>
            <a:off x="6496050" y="5629275"/>
            <a:ext cx="4857750" cy="3524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defRPr sz="1575" b="1">
                <a:solidFill>
                  <a:srgbClr val="C97343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C97343"/>
                </a:solidFill>
                <a:latin typeface="Arial"/>
                <a:ea typeface="Arial"/>
                <a:cs typeface="Arial"/>
              </a:rPr>
              <a:t>Uso típico: exigir menor caminho</a:t>
            </a:r>
          </a:p>
        </p:txBody>
      </p:sp>
    </p:spTree>
    <p:extLst>
      <p:ext uri="{BB962C8B-B14F-4D97-AF65-F5344CB8AC3E}">
        <p14:creationId xmlns:p14="http://schemas.microsoft.com/office/powerpoint/2010/main" val="88180178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4E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Retângulo 16">
            <a:extLst>
              <a:ext uri="{FF2B5EF4-FFF2-40B4-BE49-F238E27FC236}">
                <a16:creationId xmlns:a16="http://schemas.microsoft.com/office/drawing/2014/main" id="{775FF0F6-C13C-42A7-A19A-EA41E200CB0A}"/>
              </a:ext>
            </a:extLst>
          </p:cNvPr>
          <p:cNvSpPr>
            <a:spLocks noGrp="1"/>
          </p:cNvSpPr>
          <p:nvPr/>
        </p:nvSpPr>
        <p:spPr>
          <a:xfrm>
            <a:off x="704850" y="400050"/>
            <a:ext cx="10668000" cy="590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defRPr sz="2700" b="1">
                <a:solidFill>
                  <a:srgbClr val="17242B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17242B"/>
                </a:solidFill>
                <a:latin typeface="Arial"/>
                <a:ea typeface="Arial"/>
                <a:cs typeface="Arial"/>
              </a:rPr>
              <a:t>Qual algoritmo escolher?</a:t>
            </a:r>
          </a:p>
        </p:txBody>
      </p:sp>
      <p:sp>
        <p:nvSpPr>
          <p:cNvPr id="2" name="Retângulo 1">
            <a:extLst>
              <a:ext uri="{FF2B5EF4-FFF2-40B4-BE49-F238E27FC236}">
                <a16:creationId xmlns:a16="http://schemas.microsoft.com/office/drawing/2014/main" id="{2FE79339-8AED-41FE-832C-8AF6B3B52F2D}"/>
              </a:ext>
            </a:extLst>
          </p:cNvPr>
          <p:cNvSpPr>
            <a:spLocks noGrp="1"/>
          </p:cNvSpPr>
          <p:nvPr/>
        </p:nvSpPr>
        <p:spPr>
          <a:xfrm>
            <a:off x="704850" y="6286500"/>
            <a:ext cx="10782300" cy="9525"/>
          </a:xfrm>
          <a:prstGeom prst="rect">
            <a:avLst/>
          </a:prstGeom>
          <a:solidFill>
            <a:srgbClr val="DFE4E0"/>
          </a:solidFill>
          <a:ln w="0">
            <a:noFill/>
            <a:prstDash val="solid"/>
          </a:ln>
        </p:spPr>
      </p:sp>
      <p:sp>
        <p:nvSpPr>
          <p:cNvPr id="3" name="Retângulo 2">
            <a:extLst>
              <a:ext uri="{FF2B5EF4-FFF2-40B4-BE49-F238E27FC236}">
                <a16:creationId xmlns:a16="http://schemas.microsoft.com/office/drawing/2014/main" id="{F8B3D0F5-D3D2-4A1F-ABCE-6D4ECBF96359}"/>
              </a:ext>
            </a:extLst>
          </p:cNvPr>
          <p:cNvSpPr>
            <a:spLocks noGrp="1"/>
          </p:cNvSpPr>
          <p:nvPr/>
        </p:nvSpPr>
        <p:spPr>
          <a:xfrm>
            <a:off x="11087100" y="6381750"/>
            <a:ext cx="4000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r">
              <a:defRPr sz="1050" b="0">
                <a:solidFill>
                  <a:srgbClr val="5E6A70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5E6A70"/>
                </a:solidFill>
                <a:latin typeface="Arial"/>
                <a:ea typeface="Arial"/>
                <a:cs typeface="Arial"/>
              </a:rPr>
              <a:t>12</a:t>
            </a:r>
          </a:p>
        </p:txBody>
      </p:sp>
      <p:sp>
        <p:nvSpPr>
          <p:cNvPr id="4" name="Retângulo 3">
            <a:extLst>
              <a:ext uri="{FF2B5EF4-FFF2-40B4-BE49-F238E27FC236}">
                <a16:creationId xmlns:a16="http://schemas.microsoft.com/office/drawing/2014/main" id="{17CA3C16-BF38-4C1C-90FA-5C73531FC8E2}"/>
              </a:ext>
            </a:extLst>
          </p:cNvPr>
          <p:cNvSpPr>
            <a:spLocks noGrp="1"/>
          </p:cNvSpPr>
          <p:nvPr/>
        </p:nvSpPr>
        <p:spPr>
          <a:xfrm>
            <a:off x="800100" y="1543050"/>
            <a:ext cx="6858000" cy="5619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defRPr sz="2025" b="1">
                <a:solidFill>
                  <a:srgbClr val="17242B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17242B"/>
                </a:solidFill>
                <a:latin typeface="Arial"/>
                <a:ea typeface="Arial"/>
                <a:cs typeface="Arial"/>
              </a:rPr>
              <a:t>Preciso do menor caminho?</a:t>
            </a:r>
          </a:p>
        </p:txBody>
      </p:sp>
      <p:sp>
        <p:nvSpPr>
          <p:cNvPr id="5" name="Retângulo 4">
            <a:extLst>
              <a:ext uri="{FF2B5EF4-FFF2-40B4-BE49-F238E27FC236}">
                <a16:creationId xmlns:a16="http://schemas.microsoft.com/office/drawing/2014/main" id="{3F76943D-402F-468F-AC90-3BEF386DBFBA}"/>
              </a:ext>
            </a:extLst>
          </p:cNvPr>
          <p:cNvSpPr>
            <a:spLocks noGrp="1"/>
          </p:cNvSpPr>
          <p:nvPr/>
        </p:nvSpPr>
        <p:spPr>
          <a:xfrm>
            <a:off x="8305800" y="1543050"/>
            <a:ext cx="3000375" cy="5619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r">
              <a:defRPr sz="1875" b="1">
                <a:solidFill>
                  <a:srgbClr val="C97343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C97343"/>
                </a:solidFill>
                <a:latin typeface="Arial"/>
                <a:ea typeface="Arial"/>
                <a:cs typeface="Arial"/>
              </a:rPr>
              <a:t>BFS</a:t>
            </a:r>
          </a:p>
        </p:txBody>
      </p:sp>
      <p:sp>
        <p:nvSpPr>
          <p:cNvPr id="6" name="Retângulo 5">
            <a:extLst>
              <a:ext uri="{FF2B5EF4-FFF2-40B4-BE49-F238E27FC236}">
                <a16:creationId xmlns:a16="http://schemas.microsoft.com/office/drawing/2014/main" id="{37E82E5A-303F-46EA-8F48-89B710186997}"/>
              </a:ext>
            </a:extLst>
          </p:cNvPr>
          <p:cNvSpPr>
            <a:spLocks noGrp="1"/>
          </p:cNvSpPr>
          <p:nvPr/>
        </p:nvSpPr>
        <p:spPr>
          <a:xfrm>
            <a:off x="800100" y="2286000"/>
            <a:ext cx="10477500" cy="9525"/>
          </a:xfrm>
          <a:prstGeom prst="rect">
            <a:avLst/>
          </a:prstGeom>
          <a:solidFill>
            <a:srgbClr val="DFE4E0"/>
          </a:solidFill>
          <a:ln w="0">
            <a:noFill/>
            <a:prstDash val="solid"/>
          </a:ln>
        </p:spPr>
      </p:sp>
      <p:sp>
        <p:nvSpPr>
          <p:cNvPr id="7" name="Retângulo 6">
            <a:extLst>
              <a:ext uri="{FF2B5EF4-FFF2-40B4-BE49-F238E27FC236}">
                <a16:creationId xmlns:a16="http://schemas.microsoft.com/office/drawing/2014/main" id="{55A33120-82BB-4A15-9179-8BA359CACE79}"/>
              </a:ext>
            </a:extLst>
          </p:cNvPr>
          <p:cNvSpPr>
            <a:spLocks noGrp="1"/>
          </p:cNvSpPr>
          <p:nvPr/>
        </p:nvSpPr>
        <p:spPr>
          <a:xfrm>
            <a:off x="800100" y="2562225"/>
            <a:ext cx="6858000" cy="5619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defRPr sz="2025" b="0">
                <a:solidFill>
                  <a:srgbClr val="17242B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17242B"/>
                </a:solidFill>
                <a:latin typeface="Arial"/>
                <a:ea typeface="Arial"/>
                <a:cs typeface="Arial"/>
              </a:rPr>
              <a:t>Basta encontrar uma solução?</a:t>
            </a:r>
          </a:p>
        </p:txBody>
      </p:sp>
      <p:sp>
        <p:nvSpPr>
          <p:cNvPr id="8" name="Retângulo 7">
            <a:extLst>
              <a:ext uri="{FF2B5EF4-FFF2-40B4-BE49-F238E27FC236}">
                <a16:creationId xmlns:a16="http://schemas.microsoft.com/office/drawing/2014/main" id="{B5090CFF-C759-4DBE-883C-AACF6E054364}"/>
              </a:ext>
            </a:extLst>
          </p:cNvPr>
          <p:cNvSpPr>
            <a:spLocks noGrp="1"/>
          </p:cNvSpPr>
          <p:nvPr/>
        </p:nvSpPr>
        <p:spPr>
          <a:xfrm>
            <a:off x="8305800" y="2562225"/>
            <a:ext cx="3000375" cy="5619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r">
              <a:defRPr sz="1875" b="1">
                <a:solidFill>
                  <a:srgbClr val="14796F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4796F"/>
                </a:solidFill>
                <a:latin typeface="Arial"/>
                <a:ea typeface="Arial"/>
                <a:cs typeface="Arial"/>
              </a:rPr>
              <a:t>DFS pode servir</a:t>
            </a:r>
          </a:p>
        </p:txBody>
      </p:sp>
      <p:sp>
        <p:nvSpPr>
          <p:cNvPr id="9" name="Retângulo 8">
            <a:extLst>
              <a:ext uri="{FF2B5EF4-FFF2-40B4-BE49-F238E27FC236}">
                <a16:creationId xmlns:a16="http://schemas.microsoft.com/office/drawing/2014/main" id="{579D736D-7B01-42D0-A1E9-15ECDA25745B}"/>
              </a:ext>
            </a:extLst>
          </p:cNvPr>
          <p:cNvSpPr>
            <a:spLocks noGrp="1"/>
          </p:cNvSpPr>
          <p:nvPr/>
        </p:nvSpPr>
        <p:spPr>
          <a:xfrm>
            <a:off x="800100" y="3305175"/>
            <a:ext cx="10477500" cy="9525"/>
          </a:xfrm>
          <a:prstGeom prst="rect">
            <a:avLst/>
          </a:prstGeom>
          <a:solidFill>
            <a:srgbClr val="DFE4E0"/>
          </a:solidFill>
          <a:ln w="0">
            <a:noFill/>
            <a:prstDash val="solid"/>
          </a:ln>
        </p:spPr>
      </p:sp>
      <p:sp>
        <p:nvSpPr>
          <p:cNvPr id="10" name="Retângulo 9">
            <a:extLst>
              <a:ext uri="{FF2B5EF4-FFF2-40B4-BE49-F238E27FC236}">
                <a16:creationId xmlns:a16="http://schemas.microsoft.com/office/drawing/2014/main" id="{0FD0E31C-2D97-45A7-87BF-15D23CC21824}"/>
              </a:ext>
            </a:extLst>
          </p:cNvPr>
          <p:cNvSpPr>
            <a:spLocks noGrp="1"/>
          </p:cNvSpPr>
          <p:nvPr/>
        </p:nvSpPr>
        <p:spPr>
          <a:xfrm>
            <a:off x="800100" y="3581400"/>
            <a:ext cx="6858000" cy="5619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defRPr sz="2025" b="0">
                <a:solidFill>
                  <a:srgbClr val="17242B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17242B"/>
                </a:solidFill>
                <a:latin typeface="Arial"/>
                <a:ea typeface="Arial"/>
                <a:cs typeface="Arial"/>
              </a:rPr>
              <a:t>Memória é uma restrição?</a:t>
            </a:r>
          </a:p>
        </p:txBody>
      </p:sp>
      <p:sp>
        <p:nvSpPr>
          <p:cNvPr id="11" name="Retângulo 10">
            <a:extLst>
              <a:ext uri="{FF2B5EF4-FFF2-40B4-BE49-F238E27FC236}">
                <a16:creationId xmlns:a16="http://schemas.microsoft.com/office/drawing/2014/main" id="{82D0290C-D85F-47DB-9FE5-BCD642A5EEBD}"/>
              </a:ext>
            </a:extLst>
          </p:cNvPr>
          <p:cNvSpPr>
            <a:spLocks noGrp="1"/>
          </p:cNvSpPr>
          <p:nvPr/>
        </p:nvSpPr>
        <p:spPr>
          <a:xfrm>
            <a:off x="8305800" y="3581400"/>
            <a:ext cx="3000375" cy="5619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r">
              <a:defRPr sz="1875" b="1">
                <a:solidFill>
                  <a:srgbClr val="14796F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4796F"/>
                </a:solidFill>
                <a:latin typeface="Arial"/>
                <a:ea typeface="Arial"/>
                <a:cs typeface="Arial"/>
              </a:rPr>
              <a:t>Avaliar DFS</a:t>
            </a:r>
          </a:p>
        </p:txBody>
      </p:sp>
      <p:sp>
        <p:nvSpPr>
          <p:cNvPr id="12" name="Retângulo 11">
            <a:extLst>
              <a:ext uri="{FF2B5EF4-FFF2-40B4-BE49-F238E27FC236}">
                <a16:creationId xmlns:a16="http://schemas.microsoft.com/office/drawing/2014/main" id="{386D6D6D-3BCA-48CD-8E8E-5497BA5CBA82}"/>
              </a:ext>
            </a:extLst>
          </p:cNvPr>
          <p:cNvSpPr>
            <a:spLocks noGrp="1"/>
          </p:cNvSpPr>
          <p:nvPr/>
        </p:nvSpPr>
        <p:spPr>
          <a:xfrm>
            <a:off x="800100" y="4324350"/>
            <a:ext cx="10477500" cy="9525"/>
          </a:xfrm>
          <a:prstGeom prst="rect">
            <a:avLst/>
          </a:prstGeom>
          <a:solidFill>
            <a:srgbClr val="DFE4E0"/>
          </a:solidFill>
          <a:ln w="0">
            <a:noFill/>
            <a:prstDash val="solid"/>
          </a:ln>
        </p:spPr>
      </p:sp>
      <p:sp>
        <p:nvSpPr>
          <p:cNvPr id="13" name="Retângulo 12">
            <a:extLst>
              <a:ext uri="{FF2B5EF4-FFF2-40B4-BE49-F238E27FC236}">
                <a16:creationId xmlns:a16="http://schemas.microsoft.com/office/drawing/2014/main" id="{ADD62078-D8A0-454A-B135-0A9D4C5BF73B}"/>
              </a:ext>
            </a:extLst>
          </p:cNvPr>
          <p:cNvSpPr>
            <a:spLocks noGrp="1"/>
          </p:cNvSpPr>
          <p:nvPr/>
        </p:nvSpPr>
        <p:spPr>
          <a:xfrm>
            <a:off x="800100" y="4600575"/>
            <a:ext cx="6858000" cy="5619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defRPr sz="2025" b="0">
                <a:solidFill>
                  <a:srgbClr val="17242B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17242B"/>
                </a:solidFill>
                <a:latin typeface="Arial"/>
                <a:ea typeface="Arial"/>
                <a:cs typeface="Arial"/>
              </a:rPr>
              <a:t>O espaço de busca é amplo?</a:t>
            </a:r>
          </a:p>
        </p:txBody>
      </p:sp>
      <p:sp>
        <p:nvSpPr>
          <p:cNvPr id="14" name="Retângulo 13">
            <a:extLst>
              <a:ext uri="{FF2B5EF4-FFF2-40B4-BE49-F238E27FC236}">
                <a16:creationId xmlns:a16="http://schemas.microsoft.com/office/drawing/2014/main" id="{6D9FE445-33D0-4D70-B60B-B5B7A255195D}"/>
              </a:ext>
            </a:extLst>
          </p:cNvPr>
          <p:cNvSpPr>
            <a:spLocks noGrp="1"/>
          </p:cNvSpPr>
          <p:nvPr/>
        </p:nvSpPr>
        <p:spPr>
          <a:xfrm>
            <a:off x="8305800" y="4600575"/>
            <a:ext cx="3000375" cy="5619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r">
              <a:defRPr sz="1875" b="1">
                <a:solidFill>
                  <a:srgbClr val="C97343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C97343"/>
                </a:solidFill>
                <a:latin typeface="Arial"/>
                <a:ea typeface="Arial"/>
                <a:cs typeface="Arial"/>
              </a:rPr>
              <a:t>Avaliar custo da BFS</a:t>
            </a:r>
          </a:p>
        </p:txBody>
      </p:sp>
      <p:sp>
        <p:nvSpPr>
          <p:cNvPr id="15" name="Retângulo 14">
            <a:extLst>
              <a:ext uri="{FF2B5EF4-FFF2-40B4-BE49-F238E27FC236}">
                <a16:creationId xmlns:a16="http://schemas.microsoft.com/office/drawing/2014/main" id="{EEDDD4B7-F29C-4D95-98F3-2A79C654CB1A}"/>
              </a:ext>
            </a:extLst>
          </p:cNvPr>
          <p:cNvSpPr>
            <a:spLocks noGrp="1"/>
          </p:cNvSpPr>
          <p:nvPr/>
        </p:nvSpPr>
        <p:spPr>
          <a:xfrm>
            <a:off x="800100" y="5343525"/>
            <a:ext cx="10477500" cy="9525"/>
          </a:xfrm>
          <a:prstGeom prst="rect">
            <a:avLst/>
          </a:prstGeom>
          <a:solidFill>
            <a:srgbClr val="DFE4E0"/>
          </a:solidFill>
          <a:ln w="0">
            <a:noFill/>
            <a:prstDash val="solid"/>
          </a:ln>
        </p:spPr>
      </p:sp>
      <p:sp>
        <p:nvSpPr>
          <p:cNvPr id="16" name="Retângulo 15">
            <a:extLst>
              <a:ext uri="{FF2B5EF4-FFF2-40B4-BE49-F238E27FC236}">
                <a16:creationId xmlns:a16="http://schemas.microsoft.com/office/drawing/2014/main" id="{3532DC2C-42BD-4D32-89C4-9C1D1DAFEFA8}"/>
              </a:ext>
            </a:extLst>
          </p:cNvPr>
          <p:cNvSpPr>
            <a:spLocks noGrp="1"/>
          </p:cNvSpPr>
          <p:nvPr/>
        </p:nvSpPr>
        <p:spPr>
          <a:xfrm>
            <a:off x="800100" y="5857875"/>
            <a:ext cx="952500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defRPr sz="1950" b="1">
                <a:solidFill>
                  <a:srgbClr val="17242B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17242B"/>
                </a:solidFill>
                <a:latin typeface="Arial"/>
                <a:ea typeface="Arial"/>
                <a:cs typeface="Arial"/>
              </a:rPr>
              <a:t>A escolha depende do objetivo do problema.</a:t>
            </a:r>
          </a:p>
        </p:txBody>
      </p:sp>
    </p:spTree>
    <p:extLst>
      <p:ext uri="{BB962C8B-B14F-4D97-AF65-F5344CB8AC3E}">
        <p14:creationId xmlns:p14="http://schemas.microsoft.com/office/powerpoint/2010/main" val="150606648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4E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tângulo 10">
            <a:extLst>
              <a:ext uri="{FF2B5EF4-FFF2-40B4-BE49-F238E27FC236}">
                <a16:creationId xmlns:a16="http://schemas.microsoft.com/office/drawing/2014/main" id="{270A2C32-65A2-44F9-8084-CECB9D3A2E46}"/>
              </a:ext>
            </a:extLst>
          </p:cNvPr>
          <p:cNvSpPr>
            <a:spLocks noGrp="1"/>
          </p:cNvSpPr>
          <p:nvPr/>
        </p:nvSpPr>
        <p:spPr>
          <a:xfrm>
            <a:off x="704850" y="400050"/>
            <a:ext cx="10668000" cy="590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defRPr sz="2700" b="1">
                <a:solidFill>
                  <a:srgbClr val="17242B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17242B"/>
                </a:solidFill>
                <a:latin typeface="Arial"/>
                <a:ea typeface="Arial"/>
                <a:cs typeface="Arial"/>
              </a:rPr>
              <a:t>Neste labirinto, a DFS teve menor custo</a:t>
            </a:r>
          </a:p>
        </p:txBody>
      </p:sp>
      <p:sp>
        <p:nvSpPr>
          <p:cNvPr id="2" name="Retângulo 1">
            <a:extLst>
              <a:ext uri="{FF2B5EF4-FFF2-40B4-BE49-F238E27FC236}">
                <a16:creationId xmlns:a16="http://schemas.microsoft.com/office/drawing/2014/main" id="{92242A2B-150B-4963-BBF4-0EFBD0D19431}"/>
              </a:ext>
            </a:extLst>
          </p:cNvPr>
          <p:cNvSpPr>
            <a:spLocks noGrp="1"/>
          </p:cNvSpPr>
          <p:nvPr/>
        </p:nvSpPr>
        <p:spPr>
          <a:xfrm>
            <a:off x="704850" y="6286500"/>
            <a:ext cx="10782300" cy="9525"/>
          </a:xfrm>
          <a:prstGeom prst="rect">
            <a:avLst/>
          </a:prstGeom>
          <a:solidFill>
            <a:srgbClr val="DFE4E0"/>
          </a:solidFill>
          <a:ln w="0">
            <a:noFill/>
            <a:prstDash val="solid"/>
          </a:ln>
        </p:spPr>
      </p:sp>
      <p:sp>
        <p:nvSpPr>
          <p:cNvPr id="3" name="Retângulo 2">
            <a:extLst>
              <a:ext uri="{FF2B5EF4-FFF2-40B4-BE49-F238E27FC236}">
                <a16:creationId xmlns:a16="http://schemas.microsoft.com/office/drawing/2014/main" id="{6FB6465F-F421-4194-BBB9-5787AC935A8E}"/>
              </a:ext>
            </a:extLst>
          </p:cNvPr>
          <p:cNvSpPr>
            <a:spLocks noGrp="1"/>
          </p:cNvSpPr>
          <p:nvPr/>
        </p:nvSpPr>
        <p:spPr>
          <a:xfrm>
            <a:off x="11087100" y="6381750"/>
            <a:ext cx="4000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r">
              <a:defRPr sz="1050" b="0">
                <a:solidFill>
                  <a:srgbClr val="5E6A70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5E6A70"/>
                </a:solidFill>
                <a:latin typeface="Arial"/>
                <a:ea typeface="Arial"/>
                <a:cs typeface="Arial"/>
              </a:rPr>
              <a:t>13</a:t>
            </a:r>
          </a:p>
        </p:txBody>
      </p:sp>
      <p:sp>
        <p:nvSpPr>
          <p:cNvPr id="4" name="Retângulo 3">
            <a:extLst>
              <a:ext uri="{FF2B5EF4-FFF2-40B4-BE49-F238E27FC236}">
                <a16:creationId xmlns:a16="http://schemas.microsoft.com/office/drawing/2014/main" id="{137227E0-74C0-476A-B424-AD25F61D760E}"/>
              </a:ext>
            </a:extLst>
          </p:cNvPr>
          <p:cNvSpPr>
            <a:spLocks noGrp="1"/>
          </p:cNvSpPr>
          <p:nvPr/>
        </p:nvSpPr>
        <p:spPr>
          <a:xfrm>
            <a:off x="781050" y="1476375"/>
            <a:ext cx="4000500" cy="904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defRPr sz="5775" b="1">
                <a:solidFill>
                  <a:srgbClr val="14796F"/>
                </a:solidFill>
                <a:latin typeface="Arial"/>
                <a:ea typeface="Arial"/>
                <a:cs typeface="Arial"/>
              </a:defRPr>
            </a:pPr>
            <a:r>
              <a:rPr sz="5775" b="1">
                <a:solidFill>
                  <a:srgbClr val="14796F"/>
                </a:solidFill>
                <a:latin typeface="Arial"/>
                <a:ea typeface="Arial"/>
                <a:cs typeface="Arial"/>
              </a:rPr>
              <a:t>DFS</a:t>
            </a:r>
          </a:p>
        </p:txBody>
      </p:sp>
      <p:sp>
        <p:nvSpPr>
          <p:cNvPr id="5" name="Retângulo 4">
            <a:extLst>
              <a:ext uri="{FF2B5EF4-FFF2-40B4-BE49-F238E27FC236}">
                <a16:creationId xmlns:a16="http://schemas.microsoft.com/office/drawing/2014/main" id="{E4F2F5C8-A439-4B21-BE06-7DB116750155}"/>
              </a:ext>
            </a:extLst>
          </p:cNvPr>
          <p:cNvSpPr>
            <a:spLocks noGrp="1"/>
          </p:cNvSpPr>
          <p:nvPr/>
        </p:nvSpPr>
        <p:spPr>
          <a:xfrm>
            <a:off x="781050" y="2619375"/>
            <a:ext cx="6858000" cy="523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defRPr sz="2550" b="1">
                <a:solidFill>
                  <a:srgbClr val="17242B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17242B"/>
                </a:solidFill>
                <a:latin typeface="Arial"/>
                <a:ea typeface="Arial"/>
                <a:cs typeface="Arial"/>
              </a:rPr>
              <a:t>foi mais rápida</a:t>
            </a:r>
          </a:p>
        </p:txBody>
      </p:sp>
      <p:sp>
        <p:nvSpPr>
          <p:cNvPr id="6" name="Retângulo 5">
            <a:extLst>
              <a:ext uri="{FF2B5EF4-FFF2-40B4-BE49-F238E27FC236}">
                <a16:creationId xmlns:a16="http://schemas.microsoft.com/office/drawing/2014/main" id="{D41DA8BA-C027-4603-8AE4-C3172E8551D4}"/>
              </a:ext>
            </a:extLst>
          </p:cNvPr>
          <p:cNvSpPr>
            <a:spLocks noGrp="1"/>
          </p:cNvSpPr>
          <p:nvPr/>
        </p:nvSpPr>
        <p:spPr>
          <a:xfrm>
            <a:off x="781050" y="3381375"/>
            <a:ext cx="8096250" cy="533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defRPr sz="2025" b="0">
                <a:solidFill>
                  <a:srgbClr val="17242B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17242B"/>
                </a:solidFill>
                <a:latin typeface="Arial"/>
                <a:ea typeface="Arial"/>
                <a:cs typeface="Arial"/>
              </a:rPr>
              <a:t>0,0080055 ms contra 0,009720625 ms</a:t>
            </a:r>
          </a:p>
        </p:txBody>
      </p:sp>
      <p:sp>
        <p:nvSpPr>
          <p:cNvPr id="7" name="Retângulo 6">
            <a:extLst>
              <a:ext uri="{FF2B5EF4-FFF2-40B4-BE49-F238E27FC236}">
                <a16:creationId xmlns:a16="http://schemas.microsoft.com/office/drawing/2014/main" id="{6D399DEC-8033-46D3-846B-7B9BAD1D300F}"/>
              </a:ext>
            </a:extLst>
          </p:cNvPr>
          <p:cNvSpPr>
            <a:spLocks noGrp="1"/>
          </p:cNvSpPr>
          <p:nvPr/>
        </p:nvSpPr>
        <p:spPr>
          <a:xfrm>
            <a:off x="781050" y="3952875"/>
            <a:ext cx="8096250" cy="533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defRPr sz="2025" b="0">
                <a:solidFill>
                  <a:srgbClr val="17242B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17242B"/>
                </a:solidFill>
                <a:latin typeface="Arial"/>
                <a:ea typeface="Arial"/>
                <a:cs typeface="Arial"/>
              </a:rPr>
              <a:t>1,086 KiB contra 2,117 KiB</a:t>
            </a:r>
          </a:p>
        </p:txBody>
      </p:sp>
      <p:sp>
        <p:nvSpPr>
          <p:cNvPr id="8" name="Retângulo 7">
            <a:extLst>
              <a:ext uri="{FF2B5EF4-FFF2-40B4-BE49-F238E27FC236}">
                <a16:creationId xmlns:a16="http://schemas.microsoft.com/office/drawing/2014/main" id="{D69FA246-207B-4D1F-A201-7511E7E64ECC}"/>
              </a:ext>
            </a:extLst>
          </p:cNvPr>
          <p:cNvSpPr>
            <a:spLocks noGrp="1"/>
          </p:cNvSpPr>
          <p:nvPr/>
        </p:nvSpPr>
        <p:spPr>
          <a:xfrm>
            <a:off x="781050" y="4524375"/>
            <a:ext cx="8096250" cy="533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defRPr sz="2025" b="0">
                <a:solidFill>
                  <a:srgbClr val="17242B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17242B"/>
                </a:solidFill>
                <a:latin typeface="Arial"/>
                <a:ea typeface="Arial"/>
                <a:cs typeface="Arial"/>
              </a:rPr>
              <a:t>9 posições contra 11</a:t>
            </a:r>
          </a:p>
        </p:txBody>
      </p:sp>
      <p:sp>
        <p:nvSpPr>
          <p:cNvPr id="9" name="Retângulo 8">
            <a:extLst>
              <a:ext uri="{FF2B5EF4-FFF2-40B4-BE49-F238E27FC236}">
                <a16:creationId xmlns:a16="http://schemas.microsoft.com/office/drawing/2014/main" id="{B3677761-176A-4D4A-9D95-AFFBA3046C10}"/>
              </a:ext>
            </a:extLst>
          </p:cNvPr>
          <p:cNvSpPr>
            <a:spLocks noGrp="1"/>
          </p:cNvSpPr>
          <p:nvPr/>
        </p:nvSpPr>
        <p:spPr>
          <a:xfrm>
            <a:off x="781050" y="5343525"/>
            <a:ext cx="10572750" cy="9525"/>
          </a:xfrm>
          <a:prstGeom prst="rect">
            <a:avLst/>
          </a:prstGeom>
          <a:solidFill>
            <a:srgbClr val="DFE4E0"/>
          </a:solidFill>
          <a:ln w="0">
            <a:noFill/>
            <a:prstDash val="solid"/>
          </a:ln>
        </p:spPr>
      </p:sp>
      <p:sp>
        <p:nvSpPr>
          <p:cNvPr id="10" name="Retângulo 9">
            <a:extLst>
              <a:ext uri="{FF2B5EF4-FFF2-40B4-BE49-F238E27FC236}">
                <a16:creationId xmlns:a16="http://schemas.microsoft.com/office/drawing/2014/main" id="{3D51DD63-7960-486D-BB2C-0E827553DC51}"/>
              </a:ext>
            </a:extLst>
          </p:cNvPr>
          <p:cNvSpPr>
            <a:spLocks noGrp="1"/>
          </p:cNvSpPr>
          <p:nvPr/>
        </p:nvSpPr>
        <p:spPr>
          <a:xfrm>
            <a:off x="781050" y="5495925"/>
            <a:ext cx="10287000" cy="438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defRPr sz="2100" b="1">
                <a:solidFill>
                  <a:srgbClr val="17242B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17242B"/>
                </a:solidFill>
                <a:latin typeface="Arial"/>
                <a:ea typeface="Arial"/>
                <a:cs typeface="Arial"/>
              </a:rPr>
              <a:t>Ambas encontraram um caminho de 8 movimentos.</a:t>
            </a:r>
          </a:p>
        </p:txBody>
      </p:sp>
    </p:spTree>
    <p:extLst>
      <p:ext uri="{BB962C8B-B14F-4D97-AF65-F5344CB8AC3E}">
        <p14:creationId xmlns:p14="http://schemas.microsoft.com/office/powerpoint/2010/main" val="91007634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4E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tângulo 9">
            <a:extLst>
              <a:ext uri="{FF2B5EF4-FFF2-40B4-BE49-F238E27FC236}">
                <a16:creationId xmlns:a16="http://schemas.microsoft.com/office/drawing/2014/main" id="{9C31C4C0-E0F4-4F84-9F79-12D6F219EE4B}"/>
              </a:ext>
            </a:extLst>
          </p:cNvPr>
          <p:cNvSpPr>
            <a:spLocks noGrp="1"/>
          </p:cNvSpPr>
          <p:nvPr/>
        </p:nvSpPr>
        <p:spPr>
          <a:xfrm>
            <a:off x="704850" y="400050"/>
            <a:ext cx="10668000" cy="590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defRPr sz="2700" b="1">
                <a:solidFill>
                  <a:srgbClr val="17242B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17242B"/>
                </a:solidFill>
                <a:latin typeface="Arial"/>
                <a:ea typeface="Arial"/>
                <a:cs typeface="Arial"/>
              </a:rPr>
              <a:t>Conclusão</a:t>
            </a:r>
          </a:p>
        </p:txBody>
      </p:sp>
      <p:sp>
        <p:nvSpPr>
          <p:cNvPr id="2" name="Retângulo 1">
            <a:extLst>
              <a:ext uri="{FF2B5EF4-FFF2-40B4-BE49-F238E27FC236}">
                <a16:creationId xmlns:a16="http://schemas.microsoft.com/office/drawing/2014/main" id="{7C5A839C-E593-410F-9B32-6FD6EE3A98CB}"/>
              </a:ext>
            </a:extLst>
          </p:cNvPr>
          <p:cNvSpPr>
            <a:spLocks noGrp="1"/>
          </p:cNvSpPr>
          <p:nvPr/>
        </p:nvSpPr>
        <p:spPr>
          <a:xfrm>
            <a:off x="704850" y="6286500"/>
            <a:ext cx="10782300" cy="9525"/>
          </a:xfrm>
          <a:prstGeom prst="rect">
            <a:avLst/>
          </a:prstGeom>
          <a:solidFill>
            <a:srgbClr val="DFE4E0"/>
          </a:solidFill>
          <a:ln w="0">
            <a:noFill/>
            <a:prstDash val="solid"/>
          </a:ln>
        </p:spPr>
      </p:sp>
      <p:sp>
        <p:nvSpPr>
          <p:cNvPr id="3" name="Retângulo 2">
            <a:extLst>
              <a:ext uri="{FF2B5EF4-FFF2-40B4-BE49-F238E27FC236}">
                <a16:creationId xmlns:a16="http://schemas.microsoft.com/office/drawing/2014/main" id="{A657BEF1-ACA2-448B-BDD8-9F2F9F8D0F30}"/>
              </a:ext>
            </a:extLst>
          </p:cNvPr>
          <p:cNvSpPr>
            <a:spLocks noGrp="1"/>
          </p:cNvSpPr>
          <p:nvPr/>
        </p:nvSpPr>
        <p:spPr>
          <a:xfrm>
            <a:off x="11087100" y="6381750"/>
            <a:ext cx="4000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r">
              <a:defRPr sz="1050" b="0">
                <a:solidFill>
                  <a:srgbClr val="5E6A70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5E6A70"/>
                </a:solidFill>
                <a:latin typeface="Arial"/>
                <a:ea typeface="Arial"/>
                <a:cs typeface="Arial"/>
              </a:rPr>
              <a:t>14</a:t>
            </a:r>
          </a:p>
        </p:txBody>
      </p:sp>
      <p:sp>
        <p:nvSpPr>
          <p:cNvPr id="4" name="Retângulo 3">
            <a:extLst>
              <a:ext uri="{FF2B5EF4-FFF2-40B4-BE49-F238E27FC236}">
                <a16:creationId xmlns:a16="http://schemas.microsoft.com/office/drawing/2014/main" id="{159566AB-9883-4B56-AC6B-77D04322D693}"/>
              </a:ext>
            </a:extLst>
          </p:cNvPr>
          <p:cNvSpPr>
            <a:spLocks noGrp="1"/>
          </p:cNvSpPr>
          <p:nvPr/>
        </p:nvSpPr>
        <p:spPr>
          <a:xfrm>
            <a:off x="800100" y="1476375"/>
            <a:ext cx="10382250" cy="5810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defRPr sz="3000" b="1">
                <a:solidFill>
                  <a:srgbClr val="17242B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17242B"/>
                </a:solidFill>
                <a:latin typeface="Arial"/>
                <a:ea typeface="Arial"/>
                <a:cs typeface="Arial"/>
              </a:rPr>
              <a:t>Ambas resolveram o labirinto.</a:t>
            </a:r>
          </a:p>
        </p:txBody>
      </p:sp>
      <p:sp>
        <p:nvSpPr>
          <p:cNvPr id="5" name="Retângulo 4">
            <a:extLst>
              <a:ext uri="{FF2B5EF4-FFF2-40B4-BE49-F238E27FC236}">
                <a16:creationId xmlns:a16="http://schemas.microsoft.com/office/drawing/2014/main" id="{916D0D72-AF8A-42DA-AD58-CDA0D70CD52C}"/>
              </a:ext>
            </a:extLst>
          </p:cNvPr>
          <p:cNvSpPr>
            <a:spLocks noGrp="1"/>
          </p:cNvSpPr>
          <p:nvPr/>
        </p:nvSpPr>
        <p:spPr>
          <a:xfrm>
            <a:off x="800100" y="2543175"/>
            <a:ext cx="10382250" cy="685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defRPr sz="1950" b="0">
                <a:solidFill>
                  <a:srgbClr val="17242B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17242B"/>
                </a:solidFill>
                <a:latin typeface="Arial"/>
                <a:ea typeface="Arial"/>
                <a:cs typeface="Arial"/>
              </a:rPr>
              <a:t>As duas rotas têm 8 movimentos.</a:t>
            </a:r>
          </a:p>
        </p:txBody>
      </p:sp>
      <p:sp>
        <p:nvSpPr>
          <p:cNvPr id="6" name="Retângulo 5">
            <a:extLst>
              <a:ext uri="{FF2B5EF4-FFF2-40B4-BE49-F238E27FC236}">
                <a16:creationId xmlns:a16="http://schemas.microsoft.com/office/drawing/2014/main" id="{DF8C80B3-EF48-4E0A-9990-86D3D31CB103}"/>
              </a:ext>
            </a:extLst>
          </p:cNvPr>
          <p:cNvSpPr>
            <a:spLocks noGrp="1"/>
          </p:cNvSpPr>
          <p:nvPr/>
        </p:nvSpPr>
        <p:spPr>
          <a:xfrm>
            <a:off x="800100" y="3267075"/>
            <a:ext cx="10382250" cy="685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defRPr sz="1950" b="0">
                <a:solidFill>
                  <a:srgbClr val="17242B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17242B"/>
                </a:solidFill>
                <a:latin typeface="Arial"/>
                <a:ea typeface="Arial"/>
                <a:cs typeface="Arial"/>
              </a:rPr>
              <a:t>A DFS usou menos tempo e memória neste teste.</a:t>
            </a:r>
          </a:p>
        </p:txBody>
      </p:sp>
      <p:sp>
        <p:nvSpPr>
          <p:cNvPr id="7" name="Retângulo 6">
            <a:extLst>
              <a:ext uri="{FF2B5EF4-FFF2-40B4-BE49-F238E27FC236}">
                <a16:creationId xmlns:a16="http://schemas.microsoft.com/office/drawing/2014/main" id="{9481B240-1DB0-4827-93DA-05542A371B70}"/>
              </a:ext>
            </a:extLst>
          </p:cNvPr>
          <p:cNvSpPr>
            <a:spLocks noGrp="1"/>
          </p:cNvSpPr>
          <p:nvPr/>
        </p:nvSpPr>
        <p:spPr>
          <a:xfrm>
            <a:off x="800100" y="3990975"/>
            <a:ext cx="10382250" cy="685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defRPr sz="1950" b="0">
                <a:solidFill>
                  <a:srgbClr val="17242B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17242B"/>
                </a:solidFill>
                <a:latin typeface="Arial"/>
                <a:ea typeface="Arial"/>
                <a:cs typeface="Arial"/>
              </a:rPr>
              <a:t>A BFS mantém a garantia do menor caminho com custos iguais.</a:t>
            </a:r>
          </a:p>
        </p:txBody>
      </p:sp>
      <p:sp>
        <p:nvSpPr>
          <p:cNvPr id="8" name="Retângulo 7">
            <a:extLst>
              <a:ext uri="{FF2B5EF4-FFF2-40B4-BE49-F238E27FC236}">
                <a16:creationId xmlns:a16="http://schemas.microsoft.com/office/drawing/2014/main" id="{CFE76FBF-0A83-4A26-947B-2A38B770BA43}"/>
              </a:ext>
            </a:extLst>
          </p:cNvPr>
          <p:cNvSpPr>
            <a:spLocks noGrp="1"/>
          </p:cNvSpPr>
          <p:nvPr/>
        </p:nvSpPr>
        <p:spPr>
          <a:xfrm>
            <a:off x="800100" y="5105400"/>
            <a:ext cx="10477500" cy="28575"/>
          </a:xfrm>
          <a:prstGeom prst="rect">
            <a:avLst/>
          </a:prstGeom>
          <a:solidFill>
            <a:srgbClr val="14796F"/>
          </a:solidFill>
          <a:ln w="0">
            <a:noFill/>
            <a:prstDash val="solid"/>
          </a:ln>
        </p:spPr>
      </p:sp>
      <p:sp>
        <p:nvSpPr>
          <p:cNvPr id="9" name="Retângulo 8">
            <a:extLst>
              <a:ext uri="{FF2B5EF4-FFF2-40B4-BE49-F238E27FC236}">
                <a16:creationId xmlns:a16="http://schemas.microsoft.com/office/drawing/2014/main" id="{2FB57720-C1E0-4863-ADD5-118A873C5858}"/>
              </a:ext>
            </a:extLst>
          </p:cNvPr>
          <p:cNvSpPr>
            <a:spLocks noGrp="1"/>
          </p:cNvSpPr>
          <p:nvPr/>
        </p:nvSpPr>
        <p:spPr>
          <a:xfrm>
            <a:off x="800100" y="5314950"/>
            <a:ext cx="10477500" cy="619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 fontScale="93391"/>
          </a:bodyPr>
          <a:lstStyle/>
          <a:p>
            <a:pPr algn="l">
              <a:defRPr sz="2175" b="1">
                <a:solidFill>
                  <a:srgbClr val="14796F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14796F"/>
                </a:solidFill>
                <a:latin typeface="Arial"/>
                <a:ea typeface="Arial"/>
                <a:cs typeface="Arial"/>
              </a:rPr>
              <a:t>Algoritmos diferentes podem resolver o mesmo problema de maneiras muito diferentes.</a:t>
            </a:r>
          </a:p>
        </p:txBody>
      </p:sp>
    </p:spTree>
    <p:extLst>
      <p:ext uri="{BB962C8B-B14F-4D97-AF65-F5344CB8AC3E}">
        <p14:creationId xmlns:p14="http://schemas.microsoft.com/office/powerpoint/2010/main" val="52095024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0212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tângulo 4">
            <a:extLst>
              <a:ext uri="{FF2B5EF4-FFF2-40B4-BE49-F238E27FC236}">
                <a16:creationId xmlns:a16="http://schemas.microsoft.com/office/drawing/2014/main" id="{E5989AA2-CAD6-4B40-A09C-8855765163D5}"/>
              </a:ext>
            </a:extLst>
          </p:cNvPr>
          <p:cNvSpPr>
            <a:spLocks noGrp="1"/>
          </p:cNvSpPr>
          <p:nvPr/>
        </p:nvSpPr>
        <p:spPr>
          <a:xfrm>
            <a:off x="752475" y="1847850"/>
            <a:ext cx="838200" cy="57150"/>
          </a:xfrm>
          <a:prstGeom prst="rect">
            <a:avLst/>
          </a:prstGeom>
          <a:solidFill>
            <a:srgbClr val="14796F"/>
          </a:solidFill>
          <a:ln w="0">
            <a:noFill/>
            <a:prstDash val="solid"/>
          </a:ln>
        </p:spPr>
      </p:sp>
      <p:sp>
        <p:nvSpPr>
          <p:cNvPr id="2" name="Retângulo 1">
            <a:extLst>
              <a:ext uri="{FF2B5EF4-FFF2-40B4-BE49-F238E27FC236}">
                <a16:creationId xmlns:a16="http://schemas.microsoft.com/office/drawing/2014/main" id="{128A0541-C161-4286-A936-DCCF67837159}"/>
              </a:ext>
            </a:extLst>
          </p:cNvPr>
          <p:cNvSpPr>
            <a:spLocks noGrp="1"/>
          </p:cNvSpPr>
          <p:nvPr/>
        </p:nvSpPr>
        <p:spPr>
          <a:xfrm>
            <a:off x="752475" y="2428875"/>
            <a:ext cx="8763000" cy="971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defRPr sz="61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61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Obrigado!</a:t>
            </a:r>
          </a:p>
        </p:txBody>
      </p:sp>
      <p:sp>
        <p:nvSpPr>
          <p:cNvPr id="3" name="Retângulo 2">
            <a:extLst>
              <a:ext uri="{FF2B5EF4-FFF2-40B4-BE49-F238E27FC236}">
                <a16:creationId xmlns:a16="http://schemas.microsoft.com/office/drawing/2014/main" id="{69679C87-9F2B-47C5-A106-D8B1541BE391}"/>
              </a:ext>
            </a:extLst>
          </p:cNvPr>
          <p:cNvSpPr>
            <a:spLocks noGrp="1"/>
          </p:cNvSpPr>
          <p:nvPr/>
        </p:nvSpPr>
        <p:spPr>
          <a:xfrm>
            <a:off x="790575" y="3629025"/>
            <a:ext cx="7620000" cy="590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defRPr sz="2550" b="0">
                <a:solidFill>
                  <a:srgbClr val="BAD0CF"/>
                </a:solidFill>
                <a:latin typeface="Arial"/>
                <a:ea typeface="Arial"/>
                <a:cs typeface="Arial"/>
              </a:defRPr>
            </a:pPr>
            <a:r>
              <a:rPr sz="2550" b="0">
                <a:solidFill>
                  <a:srgbClr val="BAD0CF"/>
                </a:solidFill>
                <a:latin typeface="Arial"/>
                <a:ea typeface="Arial"/>
                <a:cs typeface="Arial"/>
              </a:rPr>
              <a:t>Perguntas?</a:t>
            </a:r>
          </a:p>
        </p:txBody>
      </p:sp>
      <p:sp>
        <p:nvSpPr>
          <p:cNvPr id="4" name="Retângulo 3">
            <a:extLst>
              <a:ext uri="{FF2B5EF4-FFF2-40B4-BE49-F238E27FC236}">
                <a16:creationId xmlns:a16="http://schemas.microsoft.com/office/drawing/2014/main" id="{83B1F62A-0B8A-4777-9FC9-02E1C74CAAD9}"/>
              </a:ext>
            </a:extLst>
          </p:cNvPr>
          <p:cNvSpPr>
            <a:spLocks noGrp="1"/>
          </p:cNvSpPr>
          <p:nvPr/>
        </p:nvSpPr>
        <p:spPr>
          <a:xfrm>
            <a:off x="790575" y="5724525"/>
            <a:ext cx="95250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defRPr sz="1425" b="0">
                <a:solidFill>
                  <a:srgbClr val="89A6A9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89A6A9"/>
                </a:solidFill>
                <a:latin typeface="Arial"/>
                <a:ea typeface="Arial"/>
                <a:cs typeface="Arial"/>
              </a:rPr>
              <a:t>github.com/gaschenorberger/BuscaCegaIA</a:t>
            </a:r>
          </a:p>
        </p:txBody>
      </p:sp>
    </p:spTree>
    <p:extLst>
      <p:ext uri="{BB962C8B-B14F-4D97-AF65-F5344CB8AC3E}">
        <p14:creationId xmlns:p14="http://schemas.microsoft.com/office/powerpoint/2010/main" val="976901669"/>
      </p:ext>
    </p:extLst>
  </p:cSld>
  <p:clrMapOvr>
    <a:masterClrMapping/>
  </p:clrMapOvr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8</TotalTime>
  <Words>1619</Words>
  <Application>Microsoft Office PowerPoint</Application>
  <DocSecurity>0</DocSecurity>
  <PresentationFormat>Widescreen</PresentationFormat>
  <Paragraphs>247</Paragraphs>
  <Slides>15</Slides>
  <Notes>15</Notes>
  <HiddenSlides>0</HiddenSlides>
  <MMClips>0</MMClips>
  <ScaleCrop>false</ScaleCrop>
  <HeadingPairs>
    <vt:vector size="6" baseType="variant">
      <vt:variant>
        <vt:lpstr>Fontes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15</vt:i4>
      </vt:variant>
    </vt:vector>
  </HeadingPairs>
  <TitlesOfParts>
    <vt:vector size="19" baseType="lpstr">
      <vt:lpstr>Arial</vt:lpstr>
      <vt:lpstr>Calibri</vt:lpstr>
      <vt:lpstr>Consolas</vt:lpstr>
      <vt:lpstr>ChatGPT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Walnut Exporter</dc:creator>
  <cp:lastModifiedBy>Gabriel Alvise Schenorberger</cp:lastModifiedBy>
  <cp:revision>1</cp:revision>
  <dcterms:created xsi:type="dcterms:W3CDTF">2026-09-18T14:37:37Z</dcterms:created>
  <dcterms:modified xsi:type="dcterms:W3CDTF">2026-09-18T14:53:46Z</dcterms:modified>
</cp:coreProperties>
</file>